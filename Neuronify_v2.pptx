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66" r:id="rId6"/>
    <p:sldId id="267" r:id="rId7"/>
    <p:sldId id="264" r:id="rId8"/>
    <p:sldId id="262" r:id="rId9"/>
    <p:sldId id="263" r:id="rId10"/>
    <p:sldId id="265" r:id="rId11"/>
    <p:sldId id="257" r:id="rId12"/>
    <p:sldId id="258" r:id="rId13"/>
    <p:sldId id="259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1FE74-FE04-4361-8123-E714D1D7286E}" v="17" dt="2026-03-12T03:38:49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292" autoAdjust="0"/>
  </p:normalViewPr>
  <p:slideViewPr>
    <p:cSldViewPr snapToGrid="0">
      <p:cViewPr varScale="1">
        <p:scale>
          <a:sx n="59" d="100"/>
          <a:sy n="59" d="100"/>
        </p:scale>
        <p:origin x="9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ngyi Xu" userId="22b87d4f-9ef1-4603-b772-33dfde06a994" providerId="ADAL" clId="{DB32C877-22A6-4E69-A430-F54433E47030}"/>
    <pc:docChg chg="custSel addSld delSld modSld">
      <pc:chgData name="Mengyi Xu" userId="22b87d4f-9ef1-4603-b772-33dfde06a994" providerId="ADAL" clId="{DB32C877-22A6-4E69-A430-F54433E47030}" dt="2026-02-16T05:03:42.229" v="243" actId="47"/>
      <pc:docMkLst>
        <pc:docMk/>
      </pc:docMkLst>
      <pc:sldChg chg="addSp delSp modSp mod">
        <pc:chgData name="Mengyi Xu" userId="22b87d4f-9ef1-4603-b772-33dfde06a994" providerId="ADAL" clId="{DB32C877-22A6-4E69-A430-F54433E47030}" dt="2026-02-16T05:01:28.601" v="71" actId="1076"/>
        <pc:sldMkLst>
          <pc:docMk/>
          <pc:sldMk cId="3098464200" sldId="257"/>
        </pc:sldMkLst>
        <pc:spChg chg="add mod">
          <ac:chgData name="Mengyi Xu" userId="22b87d4f-9ef1-4603-b772-33dfde06a994" providerId="ADAL" clId="{DB32C877-22A6-4E69-A430-F54433E47030}" dt="2026-02-16T05:01:28.601" v="71" actId="1076"/>
          <ac:spMkLst>
            <pc:docMk/>
            <pc:sldMk cId="3098464200" sldId="257"/>
            <ac:spMk id="8" creationId="{72999750-86A0-D703-C191-AB3FEBE82680}"/>
          </ac:spMkLst>
        </pc:spChg>
        <pc:picChg chg="add mod">
          <ac:chgData name="Mengyi Xu" userId="22b87d4f-9ef1-4603-b772-33dfde06a994" providerId="ADAL" clId="{DB32C877-22A6-4E69-A430-F54433E47030}" dt="2026-02-16T05:01:25.305" v="69" actId="1076"/>
          <ac:picMkLst>
            <pc:docMk/>
            <pc:sldMk cId="3098464200" sldId="257"/>
            <ac:picMk id="7" creationId="{C0D55DB6-9321-82D8-7B42-78CB2893B010}"/>
          </ac:picMkLst>
        </pc:picChg>
      </pc:sldChg>
      <pc:sldChg chg="addSp delSp modSp mod">
        <pc:chgData name="Mengyi Xu" userId="22b87d4f-9ef1-4603-b772-33dfde06a994" providerId="ADAL" clId="{DB32C877-22A6-4E69-A430-F54433E47030}" dt="2026-02-16T05:02:12.944" v="138" actId="20577"/>
        <pc:sldMkLst>
          <pc:docMk/>
          <pc:sldMk cId="2928508640" sldId="258"/>
        </pc:sldMkLst>
        <pc:spChg chg="add mod">
          <ac:chgData name="Mengyi Xu" userId="22b87d4f-9ef1-4603-b772-33dfde06a994" providerId="ADAL" clId="{DB32C877-22A6-4E69-A430-F54433E47030}" dt="2026-02-16T05:02:12.944" v="138" actId="20577"/>
          <ac:spMkLst>
            <pc:docMk/>
            <pc:sldMk cId="2928508640" sldId="258"/>
            <ac:spMk id="6" creationId="{0338C292-DA98-4E97-69FF-BF435BC89E9D}"/>
          </ac:spMkLst>
        </pc:spChg>
        <pc:picChg chg="add mod">
          <ac:chgData name="Mengyi Xu" userId="22b87d4f-9ef1-4603-b772-33dfde06a994" providerId="ADAL" clId="{DB32C877-22A6-4E69-A430-F54433E47030}" dt="2026-02-16T05:01:45.241" v="73" actId="1076"/>
          <ac:picMkLst>
            <pc:docMk/>
            <pc:sldMk cId="2928508640" sldId="258"/>
            <ac:picMk id="5" creationId="{4E089CB5-CC65-819A-D5E9-1A0719C8A112}"/>
          </ac:picMkLst>
        </pc:picChg>
      </pc:sldChg>
      <pc:sldChg chg="addSp delSp modSp new mod">
        <pc:chgData name="Mengyi Xu" userId="22b87d4f-9ef1-4603-b772-33dfde06a994" providerId="ADAL" clId="{DB32C877-22A6-4E69-A430-F54433E47030}" dt="2026-02-16T05:03:37.112" v="242" actId="20577"/>
        <pc:sldMkLst>
          <pc:docMk/>
          <pc:sldMk cId="3671709465" sldId="259"/>
        </pc:sldMkLst>
        <pc:spChg chg="add mod">
          <ac:chgData name="Mengyi Xu" userId="22b87d4f-9ef1-4603-b772-33dfde06a994" providerId="ADAL" clId="{DB32C877-22A6-4E69-A430-F54433E47030}" dt="2026-02-16T05:03:37.112" v="242" actId="20577"/>
          <ac:spMkLst>
            <pc:docMk/>
            <pc:sldMk cId="3671709465" sldId="259"/>
            <ac:spMk id="6" creationId="{D873D1B9-8292-22D5-A573-6B66C70E5804}"/>
          </ac:spMkLst>
        </pc:spChg>
        <pc:picChg chg="add mod">
          <ac:chgData name="Mengyi Xu" userId="22b87d4f-9ef1-4603-b772-33dfde06a994" providerId="ADAL" clId="{DB32C877-22A6-4E69-A430-F54433E47030}" dt="2026-02-16T04:59:59.641" v="15" actId="1076"/>
          <ac:picMkLst>
            <pc:docMk/>
            <pc:sldMk cId="3671709465" sldId="259"/>
            <ac:picMk id="5" creationId="{C2A35471-10ED-349E-1910-DED5ADDF4773}"/>
          </ac:picMkLst>
        </pc:picChg>
      </pc:sldChg>
      <pc:sldChg chg="addSp delSp modSp new mod">
        <pc:chgData name="Mengyi Xu" userId="22b87d4f-9ef1-4603-b772-33dfde06a994" providerId="ADAL" clId="{DB32C877-22A6-4E69-A430-F54433E47030}" dt="2026-02-16T05:03:32.232" v="241" actId="20577"/>
        <pc:sldMkLst>
          <pc:docMk/>
          <pc:sldMk cId="3504336953" sldId="260"/>
        </pc:sldMkLst>
        <pc:spChg chg="add mod">
          <ac:chgData name="Mengyi Xu" userId="22b87d4f-9ef1-4603-b772-33dfde06a994" providerId="ADAL" clId="{DB32C877-22A6-4E69-A430-F54433E47030}" dt="2026-02-16T05:03:32.232" v="241" actId="20577"/>
          <ac:spMkLst>
            <pc:docMk/>
            <pc:sldMk cId="3504336953" sldId="260"/>
            <ac:spMk id="6" creationId="{28EDB023-0250-01FB-32E5-60198BBD9A20}"/>
          </ac:spMkLst>
        </pc:spChg>
        <pc:picChg chg="add mod">
          <ac:chgData name="Mengyi Xu" userId="22b87d4f-9ef1-4603-b772-33dfde06a994" providerId="ADAL" clId="{DB32C877-22A6-4E69-A430-F54433E47030}" dt="2026-02-16T05:00:52.481" v="21" actId="1076"/>
          <ac:picMkLst>
            <pc:docMk/>
            <pc:sldMk cId="3504336953" sldId="260"/>
            <ac:picMk id="5" creationId="{5CE5D14F-C34A-0E56-5AB9-C48778C4D306}"/>
          </ac:picMkLst>
        </pc:picChg>
      </pc:sldChg>
    </pc:docChg>
  </pc:docChgLst>
  <pc:docChgLst>
    <pc:chgData name="Mengyi Xu" userId="22b87d4f-9ef1-4603-b772-33dfde06a994" providerId="ADAL" clId="{960FE0C6-57CF-4EA3-850D-CAAE7E95047B}"/>
    <pc:docChg chg="undo custSel addSld delSld modSld sldOrd">
      <pc:chgData name="Mengyi Xu" userId="22b87d4f-9ef1-4603-b772-33dfde06a994" providerId="ADAL" clId="{960FE0C6-57CF-4EA3-850D-CAAE7E95047B}" dt="2026-03-12T03:46:26.957" v="983" actId="6549"/>
      <pc:docMkLst>
        <pc:docMk/>
      </pc:docMkLst>
      <pc:sldChg chg="addSp delSp modSp mod modNotesTx">
        <pc:chgData name="Mengyi Xu" userId="22b87d4f-9ef1-4603-b772-33dfde06a994" providerId="ADAL" clId="{960FE0C6-57CF-4EA3-850D-CAAE7E95047B}" dt="2026-03-12T03:27:27.600" v="932" actId="20577"/>
        <pc:sldMkLst>
          <pc:docMk/>
          <pc:sldMk cId="2149487310" sldId="256"/>
        </pc:sldMkLst>
        <pc:spChg chg="mod">
          <ac:chgData name="Mengyi Xu" userId="22b87d4f-9ef1-4603-b772-33dfde06a994" providerId="ADAL" clId="{960FE0C6-57CF-4EA3-850D-CAAE7E95047B}" dt="2026-03-12T03:27:27.600" v="932" actId="20577"/>
          <ac:spMkLst>
            <pc:docMk/>
            <pc:sldMk cId="2149487310" sldId="256"/>
            <ac:spMk id="2" creationId="{C18497F0-1797-347C-37B6-D524A4280EB1}"/>
          </ac:spMkLst>
        </pc:spChg>
        <pc:spChg chg="mod">
          <ac:chgData name="Mengyi Xu" userId="22b87d4f-9ef1-4603-b772-33dfde06a994" providerId="ADAL" clId="{960FE0C6-57CF-4EA3-850D-CAAE7E95047B}" dt="2026-03-12T03:20:49.028" v="879" actId="27636"/>
          <ac:spMkLst>
            <pc:docMk/>
            <pc:sldMk cId="2149487310" sldId="256"/>
            <ac:spMk id="3" creationId="{3BC8A41C-D4EA-C9CF-9082-3B8BDC15A1BC}"/>
          </ac:spMkLst>
        </pc:spChg>
        <pc:picChg chg="add del mod">
          <ac:chgData name="Mengyi Xu" userId="22b87d4f-9ef1-4603-b772-33dfde06a994" providerId="ADAL" clId="{960FE0C6-57CF-4EA3-850D-CAAE7E95047B}" dt="2026-03-12T03:14:49.752" v="668" actId="478"/>
          <ac:picMkLst>
            <pc:docMk/>
            <pc:sldMk cId="2149487310" sldId="256"/>
            <ac:picMk id="6" creationId="{7ECF7B2E-7407-AFFC-B5D0-7B75BD8912B5}"/>
          </ac:picMkLst>
        </pc:picChg>
      </pc:sldChg>
      <pc:sldChg chg="addSp delSp modSp mod modNotesTx">
        <pc:chgData name="Mengyi Xu" userId="22b87d4f-9ef1-4603-b772-33dfde06a994" providerId="ADAL" clId="{960FE0C6-57CF-4EA3-850D-CAAE7E95047B}" dt="2026-03-03T01:44:45.298" v="553" actId="478"/>
        <pc:sldMkLst>
          <pc:docMk/>
          <pc:sldMk cId="3098464200" sldId="257"/>
        </pc:sldMkLst>
      </pc:sldChg>
      <pc:sldChg chg="addSp delSp modSp mod">
        <pc:chgData name="Mengyi Xu" userId="22b87d4f-9ef1-4603-b772-33dfde06a994" providerId="ADAL" clId="{960FE0C6-57CF-4EA3-850D-CAAE7E95047B}" dt="2026-03-03T01:44:51.624" v="555" actId="478"/>
        <pc:sldMkLst>
          <pc:docMk/>
          <pc:sldMk cId="2928508640" sldId="258"/>
        </pc:sldMkLst>
      </pc:sldChg>
      <pc:sldChg chg="addSp delSp modSp mod modNotesTx">
        <pc:chgData name="Mengyi Xu" userId="22b87d4f-9ef1-4603-b772-33dfde06a994" providerId="ADAL" clId="{960FE0C6-57CF-4EA3-850D-CAAE7E95047B}" dt="2026-03-03T01:44:30.629" v="551" actId="1076"/>
        <pc:sldMkLst>
          <pc:docMk/>
          <pc:sldMk cId="3671709465" sldId="259"/>
        </pc:sldMkLst>
        <pc:picChg chg="add del">
          <ac:chgData name="Mengyi Xu" userId="22b87d4f-9ef1-4603-b772-33dfde06a994" providerId="ADAL" clId="{960FE0C6-57CF-4EA3-850D-CAAE7E95047B}" dt="2026-03-02T16:36:38.906" v="345" actId="478"/>
          <ac:picMkLst>
            <pc:docMk/>
            <pc:sldMk cId="3671709465" sldId="259"/>
            <ac:picMk id="5" creationId="{C2A35471-10ED-349E-1910-DED5ADDF4773}"/>
          </ac:picMkLst>
        </pc:picChg>
      </pc:sldChg>
      <pc:sldChg chg="modNotesTx">
        <pc:chgData name="Mengyi Xu" userId="22b87d4f-9ef1-4603-b772-33dfde06a994" providerId="ADAL" clId="{960FE0C6-57CF-4EA3-850D-CAAE7E95047B}" dt="2026-03-03T01:45:27.777" v="619" actId="20577"/>
        <pc:sldMkLst>
          <pc:docMk/>
          <pc:sldMk cId="3504336953" sldId="260"/>
        </pc:sldMkLst>
      </pc:sldChg>
      <pc:sldChg chg="addSp delSp modSp new mod">
        <pc:chgData name="Mengyi Xu" userId="22b87d4f-9ef1-4603-b772-33dfde06a994" providerId="ADAL" clId="{960FE0C6-57CF-4EA3-850D-CAAE7E95047B}" dt="2026-03-03T01:27:37.636" v="527"/>
        <pc:sldMkLst>
          <pc:docMk/>
          <pc:sldMk cId="4089420750" sldId="262"/>
        </pc:sldMkLst>
        <pc:spChg chg="add mod">
          <ac:chgData name="Mengyi Xu" userId="22b87d4f-9ef1-4603-b772-33dfde06a994" providerId="ADAL" clId="{960FE0C6-57CF-4EA3-850D-CAAE7E95047B}" dt="2026-03-03T01:27:37.636" v="527"/>
          <ac:spMkLst>
            <pc:docMk/>
            <pc:sldMk cId="4089420750" sldId="262"/>
            <ac:spMk id="3" creationId="{6AD0D244-ECB7-4F5D-A2AB-A9FBF84DF410}"/>
          </ac:spMkLst>
        </pc:spChg>
        <pc:picChg chg="add mod">
          <ac:chgData name="Mengyi Xu" userId="22b87d4f-9ef1-4603-b772-33dfde06a994" providerId="ADAL" clId="{960FE0C6-57CF-4EA3-850D-CAAE7E95047B}" dt="2026-03-02T15:39:32.390" v="211" actId="1076"/>
          <ac:picMkLst>
            <pc:docMk/>
            <pc:sldMk cId="4089420750" sldId="262"/>
            <ac:picMk id="1026" creationId="{5330B226-CC8A-6DD5-AD9C-61D5FFB7F4FF}"/>
          </ac:picMkLst>
        </pc:picChg>
      </pc:sldChg>
      <pc:sldChg chg="addSp delSp modSp new mod modNotesTx">
        <pc:chgData name="Mengyi Xu" userId="22b87d4f-9ef1-4603-b772-33dfde06a994" providerId="ADAL" clId="{960FE0C6-57CF-4EA3-850D-CAAE7E95047B}" dt="2026-03-12T03:46:26.957" v="983" actId="6549"/>
        <pc:sldMkLst>
          <pc:docMk/>
          <pc:sldMk cId="1346584351" sldId="263"/>
        </pc:sldMkLst>
        <pc:spChg chg="add mod">
          <ac:chgData name="Mengyi Xu" userId="22b87d4f-9ef1-4603-b772-33dfde06a994" providerId="ADAL" clId="{960FE0C6-57CF-4EA3-850D-CAAE7E95047B}" dt="2026-03-03T01:27:42.131" v="529"/>
          <ac:spMkLst>
            <pc:docMk/>
            <pc:sldMk cId="1346584351" sldId="263"/>
            <ac:spMk id="3" creationId="{C1EAAECC-9A74-5FC6-58BC-2DBA57E3B09A}"/>
          </ac:spMkLst>
        </pc:spChg>
        <pc:picChg chg="add mod">
          <ac:chgData name="Mengyi Xu" userId="22b87d4f-9ef1-4603-b772-33dfde06a994" providerId="ADAL" clId="{960FE0C6-57CF-4EA3-850D-CAAE7E95047B}" dt="2026-03-02T15:40:29.068" v="216" actId="1076"/>
          <ac:picMkLst>
            <pc:docMk/>
            <pc:sldMk cId="1346584351" sldId="263"/>
            <ac:picMk id="4" creationId="{AFF61227-20CE-0F4D-53E4-4EE0E60DFAE6}"/>
          </ac:picMkLst>
        </pc:picChg>
      </pc:sldChg>
      <pc:sldChg chg="addSp delSp modSp new mod">
        <pc:chgData name="Mengyi Xu" userId="22b87d4f-9ef1-4603-b772-33dfde06a994" providerId="ADAL" clId="{960FE0C6-57CF-4EA3-850D-CAAE7E95047B}" dt="2026-03-03T01:27:30.730" v="525" actId="20577"/>
        <pc:sldMkLst>
          <pc:docMk/>
          <pc:sldMk cId="140896304" sldId="264"/>
        </pc:sldMkLst>
        <pc:spChg chg="add del mod">
          <ac:chgData name="Mengyi Xu" userId="22b87d4f-9ef1-4603-b772-33dfde06a994" providerId="ADAL" clId="{960FE0C6-57CF-4EA3-850D-CAAE7E95047B}" dt="2026-03-03T01:27:30.730" v="525" actId="20577"/>
          <ac:spMkLst>
            <pc:docMk/>
            <pc:sldMk cId="140896304" sldId="264"/>
            <ac:spMk id="2" creationId="{4022ADA9-9F81-E210-E2CC-5E178F2120C7}"/>
          </ac:spMkLst>
        </pc:spChg>
        <pc:spChg chg="add mod">
          <ac:chgData name="Mengyi Xu" userId="22b87d4f-9ef1-4603-b772-33dfde06a994" providerId="ADAL" clId="{960FE0C6-57CF-4EA3-850D-CAAE7E95047B}" dt="2026-03-02T15:52:16.486" v="248" actId="1076"/>
          <ac:spMkLst>
            <pc:docMk/>
            <pc:sldMk cId="140896304" sldId="264"/>
            <ac:spMk id="6" creationId="{96E49410-10A4-50BC-6C4D-4FCE704D4034}"/>
          </ac:spMkLst>
        </pc:spChg>
        <pc:spChg chg="add mod">
          <ac:chgData name="Mengyi Xu" userId="22b87d4f-9ef1-4603-b772-33dfde06a994" providerId="ADAL" clId="{960FE0C6-57CF-4EA3-850D-CAAE7E95047B}" dt="2026-03-02T15:52:16.486" v="248" actId="1076"/>
          <ac:spMkLst>
            <pc:docMk/>
            <pc:sldMk cId="140896304" sldId="264"/>
            <ac:spMk id="8" creationId="{993A12EB-B634-5603-6B34-63E74BE1EACE}"/>
          </ac:spMkLst>
        </pc:spChg>
        <pc:spChg chg="add mod">
          <ac:chgData name="Mengyi Xu" userId="22b87d4f-9ef1-4603-b772-33dfde06a994" providerId="ADAL" clId="{960FE0C6-57CF-4EA3-850D-CAAE7E95047B}" dt="2026-03-02T15:53:51.940" v="255" actId="1582"/>
          <ac:spMkLst>
            <pc:docMk/>
            <pc:sldMk cId="140896304" sldId="264"/>
            <ac:spMk id="9" creationId="{1725C76B-5B8A-CBFF-C1F8-57A87E99BE2F}"/>
          </ac:spMkLst>
        </pc:spChg>
        <pc:picChg chg="add mod">
          <ac:chgData name="Mengyi Xu" userId="22b87d4f-9ef1-4603-b772-33dfde06a994" providerId="ADAL" clId="{960FE0C6-57CF-4EA3-850D-CAAE7E95047B}" dt="2026-03-02T15:53:15.545" v="251" actId="1076"/>
          <ac:picMkLst>
            <pc:docMk/>
            <pc:sldMk cId="140896304" sldId="264"/>
            <ac:picMk id="4" creationId="{C815FE92-8F83-ADE2-02EA-CC5D32C7A9A0}"/>
          </ac:picMkLst>
        </pc:picChg>
        <pc:picChg chg="add mod">
          <ac:chgData name="Mengyi Xu" userId="22b87d4f-9ef1-4603-b772-33dfde06a994" providerId="ADAL" clId="{960FE0C6-57CF-4EA3-850D-CAAE7E95047B}" dt="2026-03-02T15:52:16.486" v="248" actId="1076"/>
          <ac:picMkLst>
            <pc:docMk/>
            <pc:sldMk cId="140896304" sldId="264"/>
            <ac:picMk id="5" creationId="{24778B04-BDD3-EEF3-2AAE-857954E3D6C1}"/>
          </ac:picMkLst>
        </pc:picChg>
        <pc:picChg chg="add mod">
          <ac:chgData name="Mengyi Xu" userId="22b87d4f-9ef1-4603-b772-33dfde06a994" providerId="ADAL" clId="{960FE0C6-57CF-4EA3-850D-CAAE7E95047B}" dt="2026-03-02T15:52:16.486" v="248" actId="1076"/>
          <ac:picMkLst>
            <pc:docMk/>
            <pc:sldMk cId="140896304" sldId="264"/>
            <ac:picMk id="7" creationId="{CAE98254-4312-6727-185B-50E76B9D305D}"/>
          </ac:picMkLst>
        </pc:picChg>
        <pc:cxnChg chg="add mod">
          <ac:chgData name="Mengyi Xu" userId="22b87d4f-9ef1-4603-b772-33dfde06a994" providerId="ADAL" clId="{960FE0C6-57CF-4EA3-850D-CAAE7E95047B}" dt="2026-03-02T15:57:23.689" v="267" actId="14100"/>
          <ac:cxnSpMkLst>
            <pc:docMk/>
            <pc:sldMk cId="140896304" sldId="264"/>
            <ac:cxnSpMk id="13" creationId="{CB360A81-42D5-6E03-ED66-5952EA497D3D}"/>
          </ac:cxnSpMkLst>
        </pc:cxnChg>
      </pc:sldChg>
      <pc:sldChg chg="addSp delSp modSp new mod">
        <pc:chgData name="Mengyi Xu" userId="22b87d4f-9ef1-4603-b772-33dfde06a994" providerId="ADAL" clId="{960FE0C6-57CF-4EA3-850D-CAAE7E95047B}" dt="2026-03-12T03:37:19.876" v="962" actId="1076"/>
        <pc:sldMkLst>
          <pc:docMk/>
          <pc:sldMk cId="1563639305" sldId="265"/>
        </pc:sldMkLst>
        <pc:spChg chg="mod">
          <ac:chgData name="Mengyi Xu" userId="22b87d4f-9ef1-4603-b772-33dfde06a994" providerId="ADAL" clId="{960FE0C6-57CF-4EA3-850D-CAAE7E95047B}" dt="2026-03-12T03:35:31.950" v="957" actId="20577"/>
          <ac:spMkLst>
            <pc:docMk/>
            <pc:sldMk cId="1563639305" sldId="265"/>
            <ac:spMk id="2" creationId="{1E7602A8-9BA8-47CD-8925-46C3DE290B2E}"/>
          </ac:spMkLst>
        </pc:spChg>
        <pc:spChg chg="del">
          <ac:chgData name="Mengyi Xu" userId="22b87d4f-9ef1-4603-b772-33dfde06a994" providerId="ADAL" clId="{960FE0C6-57CF-4EA3-850D-CAAE7E95047B}" dt="2026-03-12T03:14:40.416" v="665" actId="478"/>
          <ac:spMkLst>
            <pc:docMk/>
            <pc:sldMk cId="1563639305" sldId="265"/>
            <ac:spMk id="3" creationId="{0E7E97A4-F92D-7482-7E2C-250B097714CF}"/>
          </ac:spMkLst>
        </pc:spChg>
        <pc:picChg chg="add mod">
          <ac:chgData name="Mengyi Xu" userId="22b87d4f-9ef1-4603-b772-33dfde06a994" providerId="ADAL" clId="{960FE0C6-57CF-4EA3-850D-CAAE7E95047B}" dt="2026-03-12T03:37:17.158" v="961" actId="1076"/>
          <ac:picMkLst>
            <pc:docMk/>
            <pc:sldMk cId="1563639305" sldId="265"/>
            <ac:picMk id="4" creationId="{58EAFF49-6077-D536-E2DA-85D54C6E198A}"/>
          </ac:picMkLst>
        </pc:picChg>
        <pc:picChg chg="add mod">
          <ac:chgData name="Mengyi Xu" userId="22b87d4f-9ef1-4603-b772-33dfde06a994" providerId="ADAL" clId="{960FE0C6-57CF-4EA3-850D-CAAE7E95047B}" dt="2026-03-12T03:37:19.876" v="962" actId="1076"/>
          <ac:picMkLst>
            <pc:docMk/>
            <pc:sldMk cId="1563639305" sldId="265"/>
            <ac:picMk id="6" creationId="{725D1A95-CFE0-DB6B-BCCF-091926CD65CB}"/>
          </ac:picMkLst>
        </pc:picChg>
      </pc:sldChg>
      <pc:sldChg chg="addSp delSp add mod ord">
        <pc:chgData name="Mengyi Xu" userId="22b87d4f-9ef1-4603-b772-33dfde06a994" providerId="ADAL" clId="{960FE0C6-57CF-4EA3-850D-CAAE7E95047B}" dt="2026-03-12T03:28:09.581" v="943"/>
        <pc:sldMkLst>
          <pc:docMk/>
          <pc:sldMk cId="2973458642" sldId="266"/>
        </pc:sldMkLst>
        <pc:spChg chg="del">
          <ac:chgData name="Mengyi Xu" userId="22b87d4f-9ef1-4603-b772-33dfde06a994" providerId="ADAL" clId="{960FE0C6-57CF-4EA3-850D-CAAE7E95047B}" dt="2026-03-12T03:27:54.341" v="936" actId="478"/>
          <ac:spMkLst>
            <pc:docMk/>
            <pc:sldMk cId="2973458642" sldId="266"/>
            <ac:spMk id="6" creationId="{694ABAD3-8EB4-D00E-3EF9-5B4EF87A7B5C}"/>
          </ac:spMkLst>
        </pc:spChg>
        <pc:spChg chg="del">
          <ac:chgData name="Mengyi Xu" userId="22b87d4f-9ef1-4603-b772-33dfde06a994" providerId="ADAL" clId="{960FE0C6-57CF-4EA3-850D-CAAE7E95047B}" dt="2026-03-12T03:28:00.321" v="938" actId="478"/>
          <ac:spMkLst>
            <pc:docMk/>
            <pc:sldMk cId="2973458642" sldId="266"/>
            <ac:spMk id="8" creationId="{33E3A1A7-351F-9F78-86B3-E60C9B97645B}"/>
          </ac:spMkLst>
        </pc:spChg>
        <pc:spChg chg="del">
          <ac:chgData name="Mengyi Xu" userId="22b87d4f-9ef1-4603-b772-33dfde06a994" providerId="ADAL" clId="{960FE0C6-57CF-4EA3-850D-CAAE7E95047B}" dt="2026-03-12T03:27:56.604" v="937" actId="478"/>
          <ac:spMkLst>
            <pc:docMk/>
            <pc:sldMk cId="2973458642" sldId="266"/>
            <ac:spMk id="9" creationId="{7D245A7F-7873-8088-0552-42B0B594DBD2}"/>
          </ac:spMkLst>
        </pc:spChg>
        <pc:picChg chg="add del">
          <ac:chgData name="Mengyi Xu" userId="22b87d4f-9ef1-4603-b772-33dfde06a994" providerId="ADAL" clId="{960FE0C6-57CF-4EA3-850D-CAAE7E95047B}" dt="2026-03-12T03:28:05.576" v="941" actId="478"/>
          <ac:picMkLst>
            <pc:docMk/>
            <pc:sldMk cId="2973458642" sldId="266"/>
            <ac:picMk id="4" creationId="{3FFB4A3C-F42D-00C6-0B1D-40508AC5722E}"/>
          </ac:picMkLst>
        </pc:picChg>
        <pc:picChg chg="del">
          <ac:chgData name="Mengyi Xu" userId="22b87d4f-9ef1-4603-b772-33dfde06a994" providerId="ADAL" clId="{960FE0C6-57CF-4EA3-850D-CAAE7E95047B}" dt="2026-03-12T03:27:48.554" v="935" actId="478"/>
          <ac:picMkLst>
            <pc:docMk/>
            <pc:sldMk cId="2973458642" sldId="266"/>
            <ac:picMk id="5" creationId="{6CBAA6FA-F6BA-1552-8D3C-FF1337FB3341}"/>
          </ac:picMkLst>
        </pc:picChg>
        <pc:picChg chg="del">
          <ac:chgData name="Mengyi Xu" userId="22b87d4f-9ef1-4603-b772-33dfde06a994" providerId="ADAL" clId="{960FE0C6-57CF-4EA3-850D-CAAE7E95047B}" dt="2026-03-12T03:27:44.658" v="934" actId="478"/>
          <ac:picMkLst>
            <pc:docMk/>
            <pc:sldMk cId="2973458642" sldId="266"/>
            <ac:picMk id="7" creationId="{B1D16982-FDE6-88A5-B60D-7851E144EFFA}"/>
          </ac:picMkLst>
        </pc:picChg>
        <pc:cxnChg chg="del">
          <ac:chgData name="Mengyi Xu" userId="22b87d4f-9ef1-4603-b772-33dfde06a994" providerId="ADAL" clId="{960FE0C6-57CF-4EA3-850D-CAAE7E95047B}" dt="2026-03-12T03:28:02.769" v="939" actId="478"/>
          <ac:cxnSpMkLst>
            <pc:docMk/>
            <pc:sldMk cId="2973458642" sldId="266"/>
            <ac:cxnSpMk id="13" creationId="{086E9B64-1173-B22C-92DE-FE3AB2F42D16}"/>
          </ac:cxnSpMkLst>
        </pc:cxnChg>
      </pc:sldChg>
      <pc:sldChg chg="delSp add mod ord">
        <pc:chgData name="Mengyi Xu" userId="22b87d4f-9ef1-4603-b772-33dfde06a994" providerId="ADAL" clId="{960FE0C6-57CF-4EA3-850D-CAAE7E95047B}" dt="2026-03-12T03:28:25.342" v="948" actId="478"/>
        <pc:sldMkLst>
          <pc:docMk/>
          <pc:sldMk cId="1486767987" sldId="267"/>
        </pc:sldMkLst>
        <pc:spChg chg="del">
          <ac:chgData name="Mengyi Xu" userId="22b87d4f-9ef1-4603-b772-33dfde06a994" providerId="ADAL" clId="{960FE0C6-57CF-4EA3-850D-CAAE7E95047B}" dt="2026-03-12T03:28:25.342" v="948" actId="478"/>
          <ac:spMkLst>
            <pc:docMk/>
            <pc:sldMk cId="1486767987" sldId="267"/>
            <ac:spMk id="8" creationId="{AC5BAD3D-C463-7C6B-2076-98958C4CE1B7}"/>
          </ac:spMkLst>
        </pc:spChg>
        <pc:picChg chg="del">
          <ac:chgData name="Mengyi Xu" userId="22b87d4f-9ef1-4603-b772-33dfde06a994" providerId="ADAL" clId="{960FE0C6-57CF-4EA3-850D-CAAE7E95047B}" dt="2026-03-12T03:28:21.929" v="947" actId="478"/>
          <ac:picMkLst>
            <pc:docMk/>
            <pc:sldMk cId="1486767987" sldId="267"/>
            <ac:picMk id="7" creationId="{B209AA35-CF5D-E1D7-AD36-250516FA1CF1}"/>
          </ac:picMkLst>
        </pc:picChg>
      </pc:sldChg>
      <pc:sldChg chg="new del">
        <pc:chgData name="Mengyi Xu" userId="22b87d4f-9ef1-4603-b772-33dfde06a994" providerId="ADAL" clId="{960FE0C6-57CF-4EA3-850D-CAAE7E95047B}" dt="2026-03-12T03:38:51.926" v="980" actId="47"/>
        <pc:sldMkLst>
          <pc:docMk/>
          <pc:sldMk cId="1995373874" sldId="268"/>
        </pc:sldMkLst>
      </pc:sldChg>
      <pc:sldChg chg="addSp delSp modSp new del mod">
        <pc:chgData name="Mengyi Xu" userId="22b87d4f-9ef1-4603-b772-33dfde06a994" providerId="ADAL" clId="{960FE0C6-57CF-4EA3-850D-CAAE7E95047B}" dt="2026-03-12T03:38:29.191" v="977" actId="47"/>
        <pc:sldMkLst>
          <pc:docMk/>
          <pc:sldMk cId="2794850186" sldId="268"/>
        </pc:sldMkLst>
        <pc:spChg chg="del mod">
          <ac:chgData name="Mengyi Xu" userId="22b87d4f-9ef1-4603-b772-33dfde06a994" providerId="ADAL" clId="{960FE0C6-57CF-4EA3-850D-CAAE7E95047B}" dt="2026-03-12T03:37:49.424" v="973" actId="478"/>
          <ac:spMkLst>
            <pc:docMk/>
            <pc:sldMk cId="2794850186" sldId="268"/>
            <ac:spMk id="2" creationId="{BBE7038B-FB56-2F8F-73D5-4C6C6106E255}"/>
          </ac:spMkLst>
        </pc:spChg>
        <pc:spChg chg="del">
          <ac:chgData name="Mengyi Xu" userId="22b87d4f-9ef1-4603-b772-33dfde06a994" providerId="ADAL" clId="{960FE0C6-57CF-4EA3-850D-CAAE7E95047B}" dt="2026-03-12T03:37:58.430" v="976" actId="478"/>
          <ac:spMkLst>
            <pc:docMk/>
            <pc:sldMk cId="2794850186" sldId="268"/>
            <ac:spMk id="3" creationId="{5267EABD-AC5A-CCBE-0CCE-95442D2E4EE2}"/>
          </ac:spMkLst>
        </pc:spChg>
        <pc:spChg chg="add del mod">
          <ac:chgData name="Mengyi Xu" userId="22b87d4f-9ef1-4603-b772-33dfde06a994" providerId="ADAL" clId="{960FE0C6-57CF-4EA3-850D-CAAE7E95047B}" dt="2026-03-12T03:37:52.963" v="974" actId="478"/>
          <ac:spMkLst>
            <pc:docMk/>
            <pc:sldMk cId="2794850186" sldId="268"/>
            <ac:spMk id="5" creationId="{1705D9C9-337F-2616-A619-977A55B6F88B}"/>
          </ac:spMkLst>
        </pc:spChg>
        <pc:spChg chg="add mod">
          <ac:chgData name="Mengyi Xu" userId="22b87d4f-9ef1-4603-b772-33dfde06a994" providerId="ADAL" clId="{960FE0C6-57CF-4EA3-850D-CAAE7E95047B}" dt="2026-03-12T03:37:53.428" v="975"/>
          <ac:spMkLst>
            <pc:docMk/>
            <pc:sldMk cId="2794850186" sldId="268"/>
            <ac:spMk id="6" creationId="{D30DFBDF-8D7C-870B-1FB9-EB66ABFBEFB7}"/>
          </ac:spMkLst>
        </pc:spChg>
      </pc:sldChg>
      <pc:sldChg chg="add del">
        <pc:chgData name="Mengyi Xu" userId="22b87d4f-9ef1-4603-b772-33dfde06a994" providerId="ADAL" clId="{960FE0C6-57CF-4EA3-850D-CAAE7E95047B}" dt="2026-03-12T03:39:00.085" v="981" actId="47"/>
        <pc:sldMkLst>
          <pc:docMk/>
          <pc:sldMk cId="7264718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1AD10-EF72-4A34-841B-5B6708E6A358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FF054-FCE2-473C-BAB8-AEC2ACD1596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596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FF054-FCE2-473C-BAB8-AEC2ACD15967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9801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416E3-B57A-5225-A5B0-BA632C378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42F2A-BA9D-43AA-E1DE-CC4A21EE0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FFD4E-CB44-209A-F695-53279D84F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https://www.brainfacts.org/thinking-sensing-and-behaving/touch/2021/the-neurons-responsible-for-making-a-touch-feel-pleasant-111021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648B0-B157-7B16-1CD0-93DAC733F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FF054-FCE2-473C-BAB8-AEC2ACD15967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7235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8C3F6-FFE9-ADB5-497D-BE37D01A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DC7DF-4E82-F76F-D846-6544BCFD1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652B2-10FB-B3AB-2465-37B208C9D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https://www.brainfacts.org/thinking-sensing-and-behaving/touch/2021/the-neurons-responsible-for-making-a-touch-feel-pleasant-111021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2D715-2807-960E-F542-DC4B4AEC2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FF054-FCE2-473C-BAB8-AEC2ACD15967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0195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https://www.brainfacts.org/thinking-sensing-and-behaving/touch/2021/the-neurons-responsible-for-making-a-touch-feel-pleasant-111021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FF054-FCE2-473C-BAB8-AEC2ACD15967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662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https://www.simplypsychedu.com/community/public/posts/492101-an-introduction-to-pain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FF054-FCE2-473C-BAB8-AEC2ACD15967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3033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https://www.simplypsychedu.com/community/public/posts/492101-an-introduction-to-pain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FF054-FCE2-473C-BAB8-AEC2ACD15967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1627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touch: current output to be 0.4 </a:t>
            </a:r>
            <a:r>
              <a:rPr lang="en-US" dirty="0" err="1"/>
              <a:t>nA</a:t>
            </a:r>
            <a:endParaRPr lang="en-US" dirty="0"/>
          </a:p>
          <a:p>
            <a:r>
              <a:rPr lang="en-US" dirty="0"/>
              <a:t>For pain: current output to be 0.6 </a:t>
            </a:r>
            <a:r>
              <a:rPr lang="en-US" dirty="0" err="1"/>
              <a:t>nA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FF054-FCE2-473C-BAB8-AEC2ACD15967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90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pain sensing neuron threshold below -70, around -72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FF054-FCE2-473C-BAB8-AEC2ACD15967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0607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maximum current from touch sensing neuron to be 5 </a:t>
            </a:r>
            <a:r>
              <a:rPr lang="en-US" dirty="0" err="1"/>
              <a:t>nA</a:t>
            </a:r>
            <a:r>
              <a:rPr lang="en-US" dirty="0"/>
              <a:t> and time constant to be 6 </a:t>
            </a:r>
            <a:r>
              <a:rPr lang="en-US" dirty="0" err="1"/>
              <a:t>ms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FF054-FCE2-473C-BAB8-AEC2ACD15967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9716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2A34-3691-0AE7-B8D7-FD5E3180D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F096B-7CFE-E385-B40A-E1EEA163A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B060D-4E4E-C36B-A026-309E0556D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80E9-4CDB-4189-8047-B8B53E82D14D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D841D-1F3A-3EEB-A561-C31A5981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5E9AD-5363-8C8C-5219-16032AF8A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2373-F84C-41FA-9105-5DE19F101E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7829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73B87-0727-5B4A-F50B-45D37190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F4D50-6390-5F50-115F-1812C522F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A54BC-5D42-227A-82B0-6CBA8EF1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80E9-4CDB-4189-8047-B8B53E82D14D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49E38-454B-E769-F297-9FB3DB6F5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776B8-7CF3-19E1-C0EB-08111DDE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2373-F84C-41FA-9105-5DE19F101E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4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8E0FC-6BDD-6BE3-F1D6-B10651F8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6D750-5A87-CBBE-58D4-3B795D356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476B6-AFCC-C788-66BD-9742EBBFA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80E9-4CDB-4189-8047-B8B53E82D14D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2291A-34B5-D1CB-BCC7-85E2737D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E1970-7CDF-7D19-4F17-8D6690A4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2373-F84C-41FA-9105-5DE19F101E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1820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60F54-D0F4-44DA-B7B3-80FB4761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3B6C0-C8EF-F91D-9400-CD9A0BD60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36B21-F20B-CF64-324C-294C82B04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45F39-6157-01ED-28CD-7F3063034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80E9-4CDB-4189-8047-B8B53E82D14D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9B5A7-A246-12ED-7AA5-BD204B59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52D84-B4D4-2CFC-2AD2-8D0E5507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2373-F84C-41FA-9105-5DE19F101E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2499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50A7-7ABF-3A90-E886-A195747DA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B404C-81FD-29C6-001F-B7F64AB96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2252C-9752-C639-B461-102C02B0C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67BB55-8B32-564E-2BCE-C104A96C4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AD8028-DEF8-383D-4733-A9CB809348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2811F2-3C35-5A5D-E9F1-C21A63918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80E9-4CDB-4189-8047-B8B53E82D14D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C3465F-9A44-00C2-4376-9A750143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B880EE-E971-D487-5866-9407F85FC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2373-F84C-41FA-9105-5DE19F101E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5040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D947-FAF3-C7DD-FAAA-97C25187B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C2A745-8C2B-60FF-09A5-0A97E467E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80E9-4CDB-4189-8047-B8B53E82D14D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66A2B3-1CFB-5BFD-BAC8-F1BC4BA3F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FE78F-6487-781E-2F47-6A8E5D919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2373-F84C-41FA-9105-5DE19F101E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6688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75ACF-8F62-413D-6007-AC218B802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80E9-4CDB-4189-8047-B8B53E82D14D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07E8D5-00BC-253D-FE40-4FB2A73C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909B1-0076-590F-8F80-F0E55ADA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2373-F84C-41FA-9105-5DE19F101E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5911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46F5E-D7B7-405C-2A01-A29518A10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95281-7226-AC74-6F1D-BD4D4162C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79480-8A55-1D75-A7A0-858CB9C68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C01DB-63B8-E233-2D0B-4010E785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80E9-4CDB-4189-8047-B8B53E82D14D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C3941-31F3-29F1-4DAD-829D356FF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36901-CF2C-E07A-F399-660A1AC6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2373-F84C-41FA-9105-5DE19F101E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016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4D62-74D1-910D-CF8D-9C62A536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9026D-F7F8-153D-2ADA-D44CA74EE5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D6914-F4F5-3F01-A073-C9F32E342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12DAA-A772-CF9B-0D04-7CDB7685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80E9-4CDB-4189-8047-B8B53E82D14D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61973-7949-F873-5900-0CDF9788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AC89E-94ED-BC53-332D-858212CB9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2373-F84C-41FA-9105-5DE19F101E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0073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D2658-B48C-2A39-B067-A8973AFA3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1C231E-B8DF-8BEE-8B49-3D32F6CB7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A7202-0FE5-69AE-8107-63F54846E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80E9-4CDB-4189-8047-B8B53E82D14D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2D72-1943-8D67-1169-AA87BF068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3D6CD-0D95-96CB-8773-78A446DE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2373-F84C-41FA-9105-5DE19F101E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529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7E876-A7EB-D321-5223-A21D9F521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4EC05-9E73-B7FE-5D89-C07C8C9AA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0E67A-F2C0-3323-BD24-C4E64C82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80E9-4CDB-4189-8047-B8B53E82D14D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A8357-A009-ACC4-6FF0-D53CDC5BB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A8B86-86E2-D0EF-4F14-51554FBCB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B2373-F84C-41FA-9105-5DE19F101E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0914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1C1EF9-534A-EA69-8B62-F7C62A82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45120-2F0B-4A52-D639-6FA9EBC4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5095F-A751-EAED-BDDC-E722332DB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D80E9-4CDB-4189-8047-B8B53E82D14D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AFE3-A84C-45B3-66B3-534670C2A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185D1-795A-1D92-9637-201E9F7E6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B2373-F84C-41FA-9105-5DE19F101E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76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497F0-1797-347C-37B6-D524A4280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do we feel touch &amp; pain?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C8A41C-D4EA-C9CF-9082-3B8BDC15A1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Mengyi Xu , </a:t>
            </a:r>
            <a:r>
              <a:rPr lang="en-US" dirty="0" err="1"/>
              <a:t>Haoyi</a:t>
            </a:r>
            <a:r>
              <a:rPr lang="en-US" dirty="0"/>
              <a:t> Qiu, Marie-Eve Paquet, </a:t>
            </a:r>
            <a:r>
              <a:rPr lang="en-CA" dirty="0"/>
              <a:t>Arjun Krishnaswamy, Yves de Koninck, Majid Mohajerani, Reza Sharif Naeini</a:t>
            </a:r>
          </a:p>
          <a:p>
            <a:r>
              <a:rPr lang="en-CA" dirty="0"/>
              <a:t> </a:t>
            </a:r>
            <a:endParaRPr lang="en-US" dirty="0"/>
          </a:p>
          <a:p>
            <a:r>
              <a:rPr lang="en-US" dirty="0"/>
              <a:t>Bellairs workshop 2026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9487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14C8C-DD5A-CBDA-D5DF-4D69717C0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03B27-6F68-2F63-E98F-998E3B029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57857" cy="1325563"/>
          </a:xfrm>
        </p:spPr>
        <p:txBody>
          <a:bodyPr/>
          <a:lstStyle/>
          <a:p>
            <a:r>
              <a:rPr lang="en-US" dirty="0"/>
              <a:t>How touch and pain signals travel to the brain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FB4A3C-F42D-00C6-0B1D-40508AC57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68" y="1861456"/>
            <a:ext cx="4661211" cy="442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58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E1DEA-DBE7-9931-C5CB-238FC9ED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CF27-98A7-2959-598F-3114F8CA3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57857" cy="1325563"/>
          </a:xfrm>
        </p:spPr>
        <p:txBody>
          <a:bodyPr/>
          <a:lstStyle/>
          <a:p>
            <a:r>
              <a:rPr lang="en-US" dirty="0"/>
              <a:t>How touch and pain signals travel to the brain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EDBCBF-5DE9-7820-B1D7-1FB5F02AC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68" y="1861456"/>
            <a:ext cx="4661211" cy="442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43AAC4-963B-AEB7-2A59-9C7816CE01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811" t="16217" r="5743" b="17118"/>
          <a:stretch>
            <a:fillRect/>
          </a:stretch>
        </p:blipFill>
        <p:spPr>
          <a:xfrm>
            <a:off x="6688975" y="1862209"/>
            <a:ext cx="3320590" cy="2130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0C716F-2ECD-E249-3104-692208337EAD}"/>
              </a:ext>
            </a:extLst>
          </p:cNvPr>
          <p:cNvSpPr txBox="1"/>
          <p:nvPr/>
        </p:nvSpPr>
        <p:spPr>
          <a:xfrm>
            <a:off x="6865680" y="1913154"/>
            <a:ext cx="1257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</a:t>
            </a:r>
            <a:r>
              <a:rPr lang="el-GR" dirty="0"/>
              <a:t>β</a:t>
            </a:r>
            <a:r>
              <a:rPr lang="en-US" dirty="0"/>
              <a:t> – Fibers</a:t>
            </a:r>
          </a:p>
          <a:p>
            <a:pPr algn="ctr"/>
            <a:r>
              <a:rPr lang="en-US" dirty="0"/>
              <a:t>Touch</a:t>
            </a:r>
            <a:endParaRPr lang="en-CA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ACE46E-A8FA-CB63-9B10-FD41295909E7}"/>
              </a:ext>
            </a:extLst>
          </p:cNvPr>
          <p:cNvSpPr/>
          <p:nvPr/>
        </p:nvSpPr>
        <p:spPr>
          <a:xfrm>
            <a:off x="5627914" y="1393371"/>
            <a:ext cx="5595257" cy="5464629"/>
          </a:xfrm>
          <a:prstGeom prst="ellipse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CEBAD3-5A53-C161-0609-3942DE20C7E4}"/>
              </a:ext>
            </a:extLst>
          </p:cNvPr>
          <p:cNvCxnSpPr>
            <a:cxnSpLocks/>
          </p:cNvCxnSpPr>
          <p:nvPr/>
        </p:nvCxnSpPr>
        <p:spPr>
          <a:xfrm flipV="1">
            <a:off x="3483429" y="3483429"/>
            <a:ext cx="2177142" cy="95794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767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ADA9-9F81-E210-E2CC-5E178F21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57857" cy="1325563"/>
          </a:xfrm>
        </p:spPr>
        <p:txBody>
          <a:bodyPr/>
          <a:lstStyle/>
          <a:p>
            <a:r>
              <a:rPr lang="en-US" dirty="0"/>
              <a:t>How touch and pain signals travel to the brain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15FE92-8F83-ADE2-02EA-CC5D32C7A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68" y="1861456"/>
            <a:ext cx="4661211" cy="442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778B04-BDD3-EEF3-2AAE-857954E3D6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811" t="16217" r="5743" b="17118"/>
          <a:stretch>
            <a:fillRect/>
          </a:stretch>
        </p:blipFill>
        <p:spPr>
          <a:xfrm>
            <a:off x="6688975" y="1862209"/>
            <a:ext cx="3320590" cy="2130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E49410-10A4-50BC-6C4D-4FCE704D4034}"/>
              </a:ext>
            </a:extLst>
          </p:cNvPr>
          <p:cNvSpPr txBox="1"/>
          <p:nvPr/>
        </p:nvSpPr>
        <p:spPr>
          <a:xfrm>
            <a:off x="6865680" y="1913154"/>
            <a:ext cx="1257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</a:t>
            </a:r>
            <a:r>
              <a:rPr lang="el-GR" dirty="0"/>
              <a:t>β</a:t>
            </a:r>
            <a:r>
              <a:rPr lang="en-US" dirty="0"/>
              <a:t> – Fibers</a:t>
            </a:r>
          </a:p>
          <a:p>
            <a:pPr algn="ctr"/>
            <a:r>
              <a:rPr lang="en-US" dirty="0"/>
              <a:t>Touch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E98254-4312-6727-185B-50E76B9D30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902" t="20381" r="34332" b="56420"/>
          <a:stretch>
            <a:fillRect/>
          </a:stretch>
        </p:blipFill>
        <p:spPr>
          <a:xfrm>
            <a:off x="6727370" y="4122280"/>
            <a:ext cx="3292383" cy="22894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3A12EB-B634-5603-6B34-63E74BE1EACE}"/>
              </a:ext>
            </a:extLst>
          </p:cNvPr>
          <p:cNvSpPr txBox="1"/>
          <p:nvPr/>
        </p:nvSpPr>
        <p:spPr>
          <a:xfrm>
            <a:off x="6879335" y="4206242"/>
            <a:ext cx="1155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 – Fibers</a:t>
            </a:r>
          </a:p>
          <a:p>
            <a:pPr algn="ctr"/>
            <a:r>
              <a:rPr lang="en-US" dirty="0"/>
              <a:t>Pain</a:t>
            </a:r>
            <a:endParaRPr lang="en-CA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25C76B-5B8A-CBFF-C1F8-57A87E99BE2F}"/>
              </a:ext>
            </a:extLst>
          </p:cNvPr>
          <p:cNvSpPr/>
          <p:nvPr/>
        </p:nvSpPr>
        <p:spPr>
          <a:xfrm>
            <a:off x="5627914" y="1393371"/>
            <a:ext cx="5595257" cy="5464629"/>
          </a:xfrm>
          <a:prstGeom prst="ellipse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360A81-42D5-6E03-ED66-5952EA497D3D}"/>
              </a:ext>
            </a:extLst>
          </p:cNvPr>
          <p:cNvCxnSpPr>
            <a:cxnSpLocks/>
          </p:cNvCxnSpPr>
          <p:nvPr/>
        </p:nvCxnSpPr>
        <p:spPr>
          <a:xfrm flipV="1">
            <a:off x="3483429" y="3483429"/>
            <a:ext cx="2177142" cy="95794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96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330B226-CC8A-6DD5-AD9C-61D5FFB7F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796" y="1899920"/>
            <a:ext cx="7094220" cy="47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AD0D244-ECB7-4F5D-A2AB-A9FBF84D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57857" cy="1325563"/>
          </a:xfrm>
        </p:spPr>
        <p:txBody>
          <a:bodyPr/>
          <a:lstStyle/>
          <a:p>
            <a:r>
              <a:rPr lang="en-US" dirty="0"/>
              <a:t>How touch and pain signals travel to the brain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8942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F61227-20CE-0F4D-53E4-4EE0E60DF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1817914"/>
            <a:ext cx="7560129" cy="504008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1EAAECC-9A74-5FC6-58BC-2DBA57E3B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57857" cy="1325563"/>
          </a:xfrm>
        </p:spPr>
        <p:txBody>
          <a:bodyPr/>
          <a:lstStyle/>
          <a:p>
            <a:r>
              <a:rPr lang="en-US" dirty="0"/>
              <a:t>How touch and pain signals travel to the brain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46584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02A8-9BA8-47CD-8925-46C3DE29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Neuronify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EAFF49-6077-D536-E2DA-85D54C6E1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4" y="2634343"/>
            <a:ext cx="2506058" cy="2506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5D1A95-CFE0-DB6B-BCCF-091926CD6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808" y="2224214"/>
            <a:ext cx="1200212" cy="391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639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D55DB6-9321-82D8-7B42-78CB2893B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87" y="1542910"/>
            <a:ext cx="11096625" cy="518803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2999750-86A0-D703-C191-AB3FEBE82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27057"/>
            <a:ext cx="10515600" cy="1325563"/>
          </a:xfrm>
        </p:spPr>
        <p:txBody>
          <a:bodyPr/>
          <a:lstStyle/>
          <a:p>
            <a:r>
              <a:rPr lang="en-US" dirty="0"/>
              <a:t>Low input -&gt; touch &amp; high input -&gt; pain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98464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089CB5-CC65-819A-D5E9-1A0719C8A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08" y="1722500"/>
            <a:ext cx="10991879" cy="50468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338C292-DA98-4E97-69FF-BF435BC89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27057"/>
            <a:ext cx="10515600" cy="1325563"/>
          </a:xfrm>
        </p:spPr>
        <p:txBody>
          <a:bodyPr/>
          <a:lstStyle/>
          <a:p>
            <a:r>
              <a:rPr lang="en-US" dirty="0"/>
              <a:t>Touch relief pain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2850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A35471-10ED-349E-1910-DED5ADDF47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5" y="1128696"/>
            <a:ext cx="11220450" cy="505591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73D1B9-8292-22D5-A573-6B66C70E5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27057"/>
            <a:ext cx="10515600" cy="1325563"/>
          </a:xfrm>
        </p:spPr>
        <p:txBody>
          <a:bodyPr/>
          <a:lstStyle/>
          <a:p>
            <a:r>
              <a:rPr lang="en-US" dirty="0"/>
              <a:t>Chronic pain: pain threshold decreases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71709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E5D14F-C34A-0E56-5AB9-C48778C4D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2" y="1510309"/>
            <a:ext cx="11115675" cy="469172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8EDB023-0250-01FB-32E5-60198BBD9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27057"/>
            <a:ext cx="10515600" cy="1325563"/>
          </a:xfrm>
        </p:spPr>
        <p:txBody>
          <a:bodyPr/>
          <a:lstStyle/>
          <a:p>
            <a:r>
              <a:rPr lang="en-US" dirty="0"/>
              <a:t>Chronic pain: touch evokes pain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04336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30fda85-f4b0-4700-8416-741e0531472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0EB484D340114EBA8EB2629E4692C6" ma:contentTypeVersion="17" ma:contentTypeDescription="Create a new document." ma:contentTypeScope="" ma:versionID="f2acec87b00981f20cb2346e1a845612">
  <xsd:schema xmlns:xsd="http://www.w3.org/2001/XMLSchema" xmlns:xs="http://www.w3.org/2001/XMLSchema" xmlns:p="http://schemas.microsoft.com/office/2006/metadata/properties" xmlns:ns3="830fda85-f4b0-4700-8416-741e05314721" xmlns:ns4="b0ad532f-a9f6-4653-a973-c0c9c872f875" targetNamespace="http://schemas.microsoft.com/office/2006/metadata/properties" ma:root="true" ma:fieldsID="36ac933679a362702daf5fa895e0dd27" ns3:_="" ns4:_="">
    <xsd:import namespace="830fda85-f4b0-4700-8416-741e05314721"/>
    <xsd:import namespace="b0ad532f-a9f6-4653-a973-c0c9c872f8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0fda85-f4b0-4700-8416-741e053147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d532f-a9f6-4653-a973-c0c9c872f87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BE1524-713E-44BA-A5CD-E1B93E70488D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openxmlformats.org/package/2006/metadata/core-properties"/>
    <ds:schemaRef ds:uri="b0ad532f-a9f6-4653-a973-c0c9c872f875"/>
    <ds:schemaRef ds:uri="830fda85-f4b0-4700-8416-741e0531472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6B0F3D0-3AA3-4445-B365-11E0C14CB7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F57D0E-18F7-4650-9082-9DE9FD6904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0fda85-f4b0-4700-8416-741e05314721"/>
    <ds:schemaRef ds:uri="b0ad532f-a9f6-4653-a973-c0c9c872f8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252</Words>
  <Application>Microsoft Office PowerPoint</Application>
  <PresentationFormat>Widescreen</PresentationFormat>
  <Paragraphs>38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How do we feel touch &amp; pain?</vt:lpstr>
      <vt:lpstr>How touch and pain signals travel to the brain</vt:lpstr>
      <vt:lpstr>How touch and pain signals travel to the brain</vt:lpstr>
      <vt:lpstr>How touch and pain signals travel to the brain</vt:lpstr>
      <vt:lpstr>How touch and pain signals travel to the brain</vt:lpstr>
      <vt:lpstr>How touch and pain signals travel to the brain</vt:lpstr>
      <vt:lpstr>Neuronify</vt:lpstr>
      <vt:lpstr>Low input -&gt; touch &amp; high input -&gt; pain</vt:lpstr>
      <vt:lpstr>Touch relief pain</vt:lpstr>
      <vt:lpstr>Chronic pain: pain threshold decreases</vt:lpstr>
      <vt:lpstr>Chronic pain: touch evokes pain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Mengyi Xu</dc:creator>
  <cp:lastModifiedBy>Mengyi Xu</cp:lastModifiedBy>
  <cp:revision>1</cp:revision>
  <dcterms:created xsi:type="dcterms:W3CDTF">2026-02-16T04:54:55Z</dcterms:created>
  <dcterms:modified xsi:type="dcterms:W3CDTF">2026-03-12T03:46:29Z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0x010100F00EB484D340114EBA8EB2629E4692C6</vt:lpwstr>
  </property>
</Properties>
</file>