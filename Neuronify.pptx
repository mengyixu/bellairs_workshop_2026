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5C1959-A829-4BE8-AA4B-145F69D92391}" v="4" dt="2026-02-16T05:02:49.2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ngyi Xu" userId="22b87d4f-9ef1-4603-b772-33dfde06a994" providerId="ADAL" clId="{DB32C877-22A6-4E69-A430-F54433E47030}"/>
    <pc:docChg chg="custSel addSld delSld modSld">
      <pc:chgData name="Mengyi Xu" userId="22b87d4f-9ef1-4603-b772-33dfde06a994" providerId="ADAL" clId="{DB32C877-22A6-4E69-A430-F54433E47030}" dt="2026-02-16T05:03:42.229" v="243" actId="47"/>
      <pc:docMkLst>
        <pc:docMk/>
      </pc:docMkLst>
      <pc:sldChg chg="addSp delSp modSp mod">
        <pc:chgData name="Mengyi Xu" userId="22b87d4f-9ef1-4603-b772-33dfde06a994" providerId="ADAL" clId="{DB32C877-22A6-4E69-A430-F54433E47030}" dt="2026-02-16T05:01:28.601" v="71" actId="1076"/>
        <pc:sldMkLst>
          <pc:docMk/>
          <pc:sldMk cId="3098464200" sldId="257"/>
        </pc:sldMkLst>
        <pc:spChg chg="add mod">
          <ac:chgData name="Mengyi Xu" userId="22b87d4f-9ef1-4603-b772-33dfde06a994" providerId="ADAL" clId="{DB32C877-22A6-4E69-A430-F54433E47030}" dt="2026-02-16T05:01:28.601" v="71" actId="1076"/>
          <ac:spMkLst>
            <pc:docMk/>
            <pc:sldMk cId="3098464200" sldId="257"/>
            <ac:spMk id="8" creationId="{72999750-86A0-D703-C191-AB3FEBE82680}"/>
          </ac:spMkLst>
        </pc:spChg>
        <pc:picChg chg="del">
          <ac:chgData name="Mengyi Xu" userId="22b87d4f-9ef1-4603-b772-33dfde06a994" providerId="ADAL" clId="{DB32C877-22A6-4E69-A430-F54433E47030}" dt="2026-02-16T04:57:19.735" v="0" actId="478"/>
          <ac:picMkLst>
            <pc:docMk/>
            <pc:sldMk cId="3098464200" sldId="257"/>
            <ac:picMk id="5" creationId="{FB92ABF0-81E9-7E72-764E-A0F8E717389B}"/>
          </ac:picMkLst>
        </pc:picChg>
        <pc:picChg chg="add mod">
          <ac:chgData name="Mengyi Xu" userId="22b87d4f-9ef1-4603-b772-33dfde06a994" providerId="ADAL" clId="{DB32C877-22A6-4E69-A430-F54433E47030}" dt="2026-02-16T05:01:25.305" v="69" actId="1076"/>
          <ac:picMkLst>
            <pc:docMk/>
            <pc:sldMk cId="3098464200" sldId="257"/>
            <ac:picMk id="7" creationId="{C0D55DB6-9321-82D8-7B42-78CB2893B010}"/>
          </ac:picMkLst>
        </pc:picChg>
      </pc:sldChg>
      <pc:sldChg chg="addSp delSp modSp mod">
        <pc:chgData name="Mengyi Xu" userId="22b87d4f-9ef1-4603-b772-33dfde06a994" providerId="ADAL" clId="{DB32C877-22A6-4E69-A430-F54433E47030}" dt="2026-02-16T05:02:12.944" v="138" actId="20577"/>
        <pc:sldMkLst>
          <pc:docMk/>
          <pc:sldMk cId="2928508640" sldId="258"/>
        </pc:sldMkLst>
        <pc:spChg chg="del">
          <ac:chgData name="Mengyi Xu" userId="22b87d4f-9ef1-4603-b772-33dfde06a994" providerId="ADAL" clId="{DB32C877-22A6-4E69-A430-F54433E47030}" dt="2026-02-16T04:57:41.955" v="5" actId="478"/>
          <ac:spMkLst>
            <pc:docMk/>
            <pc:sldMk cId="2928508640" sldId="258"/>
            <ac:spMk id="2" creationId="{20353C7F-059A-7A89-8E26-5F9019E0DA9E}"/>
          </ac:spMkLst>
        </pc:spChg>
        <pc:spChg chg="del">
          <ac:chgData name="Mengyi Xu" userId="22b87d4f-9ef1-4603-b772-33dfde06a994" providerId="ADAL" clId="{DB32C877-22A6-4E69-A430-F54433E47030}" dt="2026-02-16T04:57:40.276" v="4" actId="478"/>
          <ac:spMkLst>
            <pc:docMk/>
            <pc:sldMk cId="2928508640" sldId="258"/>
            <ac:spMk id="3" creationId="{4DE00E5B-262F-87A5-D210-E6E777285554}"/>
          </ac:spMkLst>
        </pc:spChg>
        <pc:spChg chg="add mod">
          <ac:chgData name="Mengyi Xu" userId="22b87d4f-9ef1-4603-b772-33dfde06a994" providerId="ADAL" clId="{DB32C877-22A6-4E69-A430-F54433E47030}" dt="2026-02-16T05:02:12.944" v="138" actId="20577"/>
          <ac:spMkLst>
            <pc:docMk/>
            <pc:sldMk cId="2928508640" sldId="258"/>
            <ac:spMk id="6" creationId="{0338C292-DA98-4E97-69FF-BF435BC89E9D}"/>
          </ac:spMkLst>
        </pc:spChg>
        <pc:picChg chg="add mod">
          <ac:chgData name="Mengyi Xu" userId="22b87d4f-9ef1-4603-b772-33dfde06a994" providerId="ADAL" clId="{DB32C877-22A6-4E69-A430-F54433E47030}" dt="2026-02-16T05:01:45.241" v="73" actId="1076"/>
          <ac:picMkLst>
            <pc:docMk/>
            <pc:sldMk cId="2928508640" sldId="258"/>
            <ac:picMk id="5" creationId="{4E089CB5-CC65-819A-D5E9-1A0719C8A112}"/>
          </ac:picMkLst>
        </pc:picChg>
      </pc:sldChg>
      <pc:sldChg chg="addSp delSp modSp new mod">
        <pc:chgData name="Mengyi Xu" userId="22b87d4f-9ef1-4603-b772-33dfde06a994" providerId="ADAL" clId="{DB32C877-22A6-4E69-A430-F54433E47030}" dt="2026-02-16T05:03:37.112" v="242" actId="20577"/>
        <pc:sldMkLst>
          <pc:docMk/>
          <pc:sldMk cId="3671709465" sldId="259"/>
        </pc:sldMkLst>
        <pc:spChg chg="del">
          <ac:chgData name="Mengyi Xu" userId="22b87d4f-9ef1-4603-b772-33dfde06a994" providerId="ADAL" clId="{DB32C877-22A6-4E69-A430-F54433E47030}" dt="2026-02-16T04:59:42.211" v="11" actId="478"/>
          <ac:spMkLst>
            <pc:docMk/>
            <pc:sldMk cId="3671709465" sldId="259"/>
            <ac:spMk id="2" creationId="{817BFAD4-829E-2356-3C6E-7638F1EE9400}"/>
          </ac:spMkLst>
        </pc:spChg>
        <pc:spChg chg="del">
          <ac:chgData name="Mengyi Xu" userId="22b87d4f-9ef1-4603-b772-33dfde06a994" providerId="ADAL" clId="{DB32C877-22A6-4E69-A430-F54433E47030}" dt="2026-02-16T04:59:40.955" v="10" actId="478"/>
          <ac:spMkLst>
            <pc:docMk/>
            <pc:sldMk cId="3671709465" sldId="259"/>
            <ac:spMk id="3" creationId="{A6D49C31-112D-639A-1918-6D44DDF71F93}"/>
          </ac:spMkLst>
        </pc:spChg>
        <pc:spChg chg="add mod">
          <ac:chgData name="Mengyi Xu" userId="22b87d4f-9ef1-4603-b772-33dfde06a994" providerId="ADAL" clId="{DB32C877-22A6-4E69-A430-F54433E47030}" dt="2026-02-16T05:03:37.112" v="242" actId="20577"/>
          <ac:spMkLst>
            <pc:docMk/>
            <pc:sldMk cId="3671709465" sldId="259"/>
            <ac:spMk id="6" creationId="{D873D1B9-8292-22D5-A573-6B66C70E5804}"/>
          </ac:spMkLst>
        </pc:spChg>
        <pc:picChg chg="add mod">
          <ac:chgData name="Mengyi Xu" userId="22b87d4f-9ef1-4603-b772-33dfde06a994" providerId="ADAL" clId="{DB32C877-22A6-4E69-A430-F54433E47030}" dt="2026-02-16T04:59:59.641" v="15" actId="1076"/>
          <ac:picMkLst>
            <pc:docMk/>
            <pc:sldMk cId="3671709465" sldId="259"/>
            <ac:picMk id="5" creationId="{C2A35471-10ED-349E-1910-DED5ADDF4773}"/>
          </ac:picMkLst>
        </pc:picChg>
      </pc:sldChg>
      <pc:sldChg chg="addSp delSp modSp new mod">
        <pc:chgData name="Mengyi Xu" userId="22b87d4f-9ef1-4603-b772-33dfde06a994" providerId="ADAL" clId="{DB32C877-22A6-4E69-A430-F54433E47030}" dt="2026-02-16T05:03:32.232" v="241" actId="20577"/>
        <pc:sldMkLst>
          <pc:docMk/>
          <pc:sldMk cId="3504336953" sldId="260"/>
        </pc:sldMkLst>
        <pc:spChg chg="del">
          <ac:chgData name="Mengyi Xu" userId="22b87d4f-9ef1-4603-b772-33dfde06a994" providerId="ADAL" clId="{DB32C877-22A6-4E69-A430-F54433E47030}" dt="2026-02-16T05:00:06.971" v="18" actId="478"/>
          <ac:spMkLst>
            <pc:docMk/>
            <pc:sldMk cId="3504336953" sldId="260"/>
            <ac:spMk id="2" creationId="{2EC7533F-8655-B85F-9DC4-EB6B4FCC1D14}"/>
          </ac:spMkLst>
        </pc:spChg>
        <pc:spChg chg="del">
          <ac:chgData name="Mengyi Xu" userId="22b87d4f-9ef1-4603-b772-33dfde06a994" providerId="ADAL" clId="{DB32C877-22A6-4E69-A430-F54433E47030}" dt="2026-02-16T05:00:05.043" v="17" actId="478"/>
          <ac:spMkLst>
            <pc:docMk/>
            <pc:sldMk cId="3504336953" sldId="260"/>
            <ac:spMk id="3" creationId="{F4F9C3A7-0805-6935-E97F-C28082D12F36}"/>
          </ac:spMkLst>
        </pc:spChg>
        <pc:spChg chg="add mod">
          <ac:chgData name="Mengyi Xu" userId="22b87d4f-9ef1-4603-b772-33dfde06a994" providerId="ADAL" clId="{DB32C877-22A6-4E69-A430-F54433E47030}" dt="2026-02-16T05:03:32.232" v="241" actId="20577"/>
          <ac:spMkLst>
            <pc:docMk/>
            <pc:sldMk cId="3504336953" sldId="260"/>
            <ac:spMk id="6" creationId="{28EDB023-0250-01FB-32E5-60198BBD9A20}"/>
          </ac:spMkLst>
        </pc:spChg>
        <pc:picChg chg="add mod">
          <ac:chgData name="Mengyi Xu" userId="22b87d4f-9ef1-4603-b772-33dfde06a994" providerId="ADAL" clId="{DB32C877-22A6-4E69-A430-F54433E47030}" dt="2026-02-16T05:00:52.481" v="21" actId="1076"/>
          <ac:picMkLst>
            <pc:docMk/>
            <pc:sldMk cId="3504336953" sldId="260"/>
            <ac:picMk id="5" creationId="{5CE5D14F-C34A-0E56-5AB9-C48778C4D306}"/>
          </ac:picMkLst>
        </pc:picChg>
      </pc:sldChg>
      <pc:sldChg chg="modSp new del mod">
        <pc:chgData name="Mengyi Xu" userId="22b87d4f-9ef1-4603-b772-33dfde06a994" providerId="ADAL" clId="{DB32C877-22A6-4E69-A430-F54433E47030}" dt="2026-02-16T05:03:42.229" v="243" actId="47"/>
        <pc:sldMkLst>
          <pc:docMk/>
          <pc:sldMk cId="1709429631" sldId="261"/>
        </pc:sldMkLst>
        <pc:spChg chg="mod">
          <ac:chgData name="Mengyi Xu" userId="22b87d4f-9ef1-4603-b772-33dfde06a994" providerId="ADAL" clId="{DB32C877-22A6-4E69-A430-F54433E47030}" dt="2026-02-16T05:01:18.729" v="68" actId="20577"/>
          <ac:spMkLst>
            <pc:docMk/>
            <pc:sldMk cId="1709429631" sldId="261"/>
            <ac:spMk id="2" creationId="{758947F7-D997-BDB1-D34F-DA74D6AC740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2A34-3691-0AE7-B8D7-FD5E3180D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9F096B-7CFE-E385-B40A-E1EEA163A5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B060D-4E4E-C36B-A026-309E0556D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D841D-1F3A-3EEB-A561-C31A5981B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5E9AD-5363-8C8C-5219-16032AF8A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7829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73B87-0727-5B4A-F50B-45D37190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FF4D50-6390-5F50-115F-1812C522F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A54BC-5D42-227A-82B0-6CBA8EF1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49E38-454B-E769-F297-9FB3DB6F5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776B8-7CF3-19E1-C0EB-08111DDED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64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8E0FC-6BDD-6BE3-F1D6-B10651F89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6D750-5A87-CBBE-58D4-3B795D356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476B6-AFCC-C788-66BD-9742EBBFA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2291A-34B5-D1CB-BCC7-85E2737D9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E1970-7CDF-7D19-4F17-8D6690A40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1820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60F54-D0F4-44DA-B7B3-80FB4761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3B6C0-C8EF-F91D-9400-CD9A0BD60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36B21-F20B-CF64-324C-294C82B04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445F39-6157-01ED-28CD-7F3063034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F9B5A7-A246-12ED-7AA5-BD204B59B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552D84-B4D4-2CFC-2AD2-8D0E55074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2499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50A7-7ABF-3A90-E886-A195747DA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B404C-81FD-29C6-001F-B7F64AB963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C2252C-9752-C639-B461-102C02B0C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67BB55-8B32-564E-2BCE-C104A96C4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AD8028-DEF8-383D-4733-A9CB809348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811F2-3C35-5A5D-E9F1-C21A63918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C3465F-9A44-00C2-4376-9A750143A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B880EE-E971-D487-5866-9407F85FC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5040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D947-FAF3-C7DD-FAAA-97C25187B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C2A745-8C2B-60FF-09A5-0A97E467E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66A2B3-1CFB-5BFD-BAC8-F1BC4BA3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FE78F-6487-781E-2F47-6A8E5D919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6688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75ACF-8F62-413D-6007-AC218B802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07E8D5-00BC-253D-FE40-4FB2A73C9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09B1-0076-590F-8F80-F0E55ADA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5911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46F5E-D7B7-405C-2A01-A29518A10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95281-7226-AC74-6F1D-BD4D4162C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279480-8A55-1D75-A7A0-858CB9C68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4C01DB-63B8-E233-2D0B-4010E785B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5C3941-31F3-29F1-4DAD-829D356F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36901-CF2C-E07A-F399-660A1AC68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16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E4D62-74D1-910D-CF8D-9C62A536D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9026D-F7F8-153D-2ADA-D44CA74EE5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DD6914-F4F5-3F01-A073-C9F32E342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212DAA-A772-CF9B-0D04-7CDB7685C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61973-7949-F873-5900-0CDF9788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AC89E-94ED-BC53-332D-858212CB9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0073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D2658-B48C-2A39-B067-A8973AFA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1C231E-B8DF-8BEE-8B49-3D32F6CB71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A7202-0FE5-69AE-8107-63F54846E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82D72-1943-8D67-1169-AA87BF068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E3D6CD-0D95-96CB-8773-78A446DE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6529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57E876-A7EB-D321-5223-A21D9F5212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C4EC05-9E73-B7FE-5D89-C07C8C9AA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0E67A-F2C0-3323-BD24-C4E64C82E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A8357-A009-ACC4-6FF0-D53CDC5BB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A8B86-86E2-D0EF-4F14-51554FBCB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0914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1C1EF9-534A-EA69-8B62-F7C62A82D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45120-2F0B-4A52-D639-6FA9EBC4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5095F-A751-EAED-BDDC-E722332DB1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D80E9-4CDB-4189-8047-B8B53E82D14D}" type="datetimeFigureOut">
              <a:rPr lang="en-CA" smtClean="0"/>
              <a:t>2026-02-15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3AFE3-A84C-45B3-66B3-534670C2A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185D1-795A-1D92-9637-201E9F7E6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3B2373-F84C-41FA-9105-5DE19F101E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76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97F0-1797-347C-37B6-D524A4280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Neuronify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C8A41C-D4EA-C9CF-9082-3B8BDC15A1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9487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0D55DB6-9321-82D8-7B42-78CB2893B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687" y="1542910"/>
            <a:ext cx="11096625" cy="51880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2999750-86A0-D703-C191-AB3FEBE82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7057"/>
            <a:ext cx="10515600" cy="1325563"/>
          </a:xfrm>
        </p:spPr>
        <p:txBody>
          <a:bodyPr/>
          <a:lstStyle/>
          <a:p>
            <a:r>
              <a:rPr lang="en-US" dirty="0"/>
              <a:t>Low input -&gt; touch &amp; high input -&gt; pain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98464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089CB5-CC65-819A-D5E9-1A0719C8A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08" y="1722500"/>
            <a:ext cx="10991879" cy="50468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338C292-DA98-4E97-69FF-BF435BC89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7057"/>
            <a:ext cx="10515600" cy="1325563"/>
          </a:xfrm>
        </p:spPr>
        <p:txBody>
          <a:bodyPr/>
          <a:lstStyle/>
          <a:p>
            <a:r>
              <a:rPr lang="en-US" dirty="0"/>
              <a:t>Touch relief pain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28508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A35471-10ED-349E-1910-DED5ADDF4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775" y="1128696"/>
            <a:ext cx="11220450" cy="505591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873D1B9-8292-22D5-A573-6B66C70E5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7057"/>
            <a:ext cx="10515600" cy="1325563"/>
          </a:xfrm>
        </p:spPr>
        <p:txBody>
          <a:bodyPr/>
          <a:lstStyle/>
          <a:p>
            <a:r>
              <a:rPr lang="en-US" dirty="0"/>
              <a:t>Chronic pain: pain threshold decreases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71709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E5D14F-C34A-0E56-5AB9-C48778C4D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" y="1510309"/>
            <a:ext cx="11115675" cy="469172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EDB023-0250-01FB-32E5-60198BBD9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7057"/>
            <a:ext cx="10515600" cy="1325563"/>
          </a:xfrm>
        </p:spPr>
        <p:txBody>
          <a:bodyPr/>
          <a:lstStyle/>
          <a:p>
            <a:r>
              <a:rPr lang="en-US" dirty="0"/>
              <a:t>Chronic pain: touch evokes pain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04336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0EB484D340114EBA8EB2629E4692C6" ma:contentTypeVersion="17" ma:contentTypeDescription="Create a new document." ma:contentTypeScope="" ma:versionID="f2acec87b00981f20cb2346e1a845612">
  <xsd:schema xmlns:xsd="http://www.w3.org/2001/XMLSchema" xmlns:xs="http://www.w3.org/2001/XMLSchema" xmlns:p="http://schemas.microsoft.com/office/2006/metadata/properties" xmlns:ns3="830fda85-f4b0-4700-8416-741e05314721" xmlns:ns4="b0ad532f-a9f6-4653-a973-c0c9c872f875" targetNamespace="http://schemas.microsoft.com/office/2006/metadata/properties" ma:root="true" ma:fieldsID="36ac933679a362702daf5fa895e0dd27" ns3:_="" ns4:_="">
    <xsd:import namespace="830fda85-f4b0-4700-8416-741e05314721"/>
    <xsd:import namespace="b0ad532f-a9f6-4653-a973-c0c9c872f8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0fda85-f4b0-4700-8416-741e0531472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ad532f-a9f6-4653-a973-c0c9c872f87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30fda85-f4b0-4700-8416-741e05314721" xsi:nil="true"/>
  </documentManagement>
</p:properties>
</file>

<file path=customXml/itemProps1.xml><?xml version="1.0" encoding="utf-8"?>
<ds:datastoreItem xmlns:ds="http://schemas.openxmlformats.org/officeDocument/2006/customXml" ds:itemID="{0DF57D0E-18F7-4650-9082-9DE9FD6904B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0fda85-f4b0-4700-8416-741e05314721"/>
    <ds:schemaRef ds:uri="b0ad532f-a9f6-4653-a973-c0c9c872f8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B0F3D0-3AA3-4445-B365-11E0C14CB7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ABE1524-713E-44BA-A5CD-E1B93E70488D}">
  <ds:schemaRefs>
    <ds:schemaRef ds:uri="830fda85-f4b0-4700-8416-741e05314721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purl.org/dc/elements/1.1/"/>
    <ds:schemaRef ds:uri="b0ad532f-a9f6-4653-a973-c0c9c872f875"/>
    <ds:schemaRef ds:uri="http://purl.org/dc/dcmitype/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25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Neuronify</vt:lpstr>
      <vt:lpstr>Low input -&gt; touch &amp; high input -&gt; pain</vt:lpstr>
      <vt:lpstr>Touch relief pain</vt:lpstr>
      <vt:lpstr>Chronic pain: pain threshold decreases</vt:lpstr>
      <vt:lpstr>Chronic pain: touch evokes pain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Mengyi Xu</dc:creator>
  <cp:lastModifiedBy>Mengyi Xu</cp:lastModifiedBy>
  <cp:revision>1</cp:revision>
  <dcterms:created xsi:type="dcterms:W3CDTF">2026-02-16T04:54:55Z</dcterms:created>
  <dcterms:modified xsi:type="dcterms:W3CDTF">2026-02-16T05:03:42Z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0x010100F00EB484D340114EBA8EB2629E4692C6</vt:lpwstr>
  </property>
</Properties>
</file>