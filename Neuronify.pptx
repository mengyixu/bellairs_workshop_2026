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5"/>
    <p:sldId id="264" r:id="rId6"/>
    <p:sldId id="262" r:id="rId7"/>
    <p:sldId id="263" r:id="rId8"/>
    <p:sldId id="257" r:id="rId9"/>
    <p:sldId id="258" r:id="rId10"/>
    <p:sldId id="259"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11FE74-FE04-4361-8123-E714D1D7286E}" v="18" dt="2026-03-02T15:51:57.0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292" autoAdjust="0"/>
  </p:normalViewPr>
  <p:slideViewPr>
    <p:cSldViewPr snapToGrid="0">
      <p:cViewPr varScale="1">
        <p:scale>
          <a:sx n="36" d="100"/>
          <a:sy n="36" d="100"/>
        </p:scale>
        <p:origin x="68" y="5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gyi Xu" userId="22b87d4f-9ef1-4603-b772-33dfde06a994" providerId="ADAL" clId="{DB32C877-22A6-4E69-A430-F54433E47030}"/>
    <pc:docChg chg="custSel addSld delSld modSld">
      <pc:chgData name="Mengyi Xu" userId="22b87d4f-9ef1-4603-b772-33dfde06a994" providerId="ADAL" clId="{DB32C877-22A6-4E69-A430-F54433E47030}" dt="2026-02-16T05:03:42.229" v="243" actId="47"/>
      <pc:docMkLst>
        <pc:docMk/>
      </pc:docMkLst>
      <pc:sldChg chg="addSp delSp modSp mod">
        <pc:chgData name="Mengyi Xu" userId="22b87d4f-9ef1-4603-b772-33dfde06a994" providerId="ADAL" clId="{DB32C877-22A6-4E69-A430-F54433E47030}" dt="2026-02-16T05:01:28.601" v="71" actId="1076"/>
        <pc:sldMkLst>
          <pc:docMk/>
          <pc:sldMk cId="3098464200" sldId="257"/>
        </pc:sldMkLst>
        <pc:spChg chg="add mod">
          <ac:chgData name="Mengyi Xu" userId="22b87d4f-9ef1-4603-b772-33dfde06a994" providerId="ADAL" clId="{DB32C877-22A6-4E69-A430-F54433E47030}" dt="2026-02-16T05:01:28.601" v="71" actId="1076"/>
          <ac:spMkLst>
            <pc:docMk/>
            <pc:sldMk cId="3098464200" sldId="257"/>
            <ac:spMk id="8" creationId="{72999750-86A0-D703-C191-AB3FEBE82680}"/>
          </ac:spMkLst>
        </pc:spChg>
        <pc:picChg chg="add mod">
          <ac:chgData name="Mengyi Xu" userId="22b87d4f-9ef1-4603-b772-33dfde06a994" providerId="ADAL" clId="{DB32C877-22A6-4E69-A430-F54433E47030}" dt="2026-02-16T05:01:25.305" v="69" actId="1076"/>
          <ac:picMkLst>
            <pc:docMk/>
            <pc:sldMk cId="3098464200" sldId="257"/>
            <ac:picMk id="7" creationId="{C0D55DB6-9321-82D8-7B42-78CB2893B010}"/>
          </ac:picMkLst>
        </pc:picChg>
      </pc:sldChg>
      <pc:sldChg chg="addSp delSp modSp mod">
        <pc:chgData name="Mengyi Xu" userId="22b87d4f-9ef1-4603-b772-33dfde06a994" providerId="ADAL" clId="{DB32C877-22A6-4E69-A430-F54433E47030}" dt="2026-02-16T05:02:12.944" v="138" actId="20577"/>
        <pc:sldMkLst>
          <pc:docMk/>
          <pc:sldMk cId="2928508640" sldId="258"/>
        </pc:sldMkLst>
        <pc:spChg chg="add mod">
          <ac:chgData name="Mengyi Xu" userId="22b87d4f-9ef1-4603-b772-33dfde06a994" providerId="ADAL" clId="{DB32C877-22A6-4E69-A430-F54433E47030}" dt="2026-02-16T05:02:12.944" v="138" actId="20577"/>
          <ac:spMkLst>
            <pc:docMk/>
            <pc:sldMk cId="2928508640" sldId="258"/>
            <ac:spMk id="6" creationId="{0338C292-DA98-4E97-69FF-BF435BC89E9D}"/>
          </ac:spMkLst>
        </pc:spChg>
        <pc:picChg chg="add mod">
          <ac:chgData name="Mengyi Xu" userId="22b87d4f-9ef1-4603-b772-33dfde06a994" providerId="ADAL" clId="{DB32C877-22A6-4E69-A430-F54433E47030}" dt="2026-02-16T05:01:45.241" v="73" actId="1076"/>
          <ac:picMkLst>
            <pc:docMk/>
            <pc:sldMk cId="2928508640" sldId="258"/>
            <ac:picMk id="5" creationId="{4E089CB5-CC65-819A-D5E9-1A0719C8A112}"/>
          </ac:picMkLst>
        </pc:picChg>
      </pc:sldChg>
      <pc:sldChg chg="addSp delSp modSp new mod">
        <pc:chgData name="Mengyi Xu" userId="22b87d4f-9ef1-4603-b772-33dfde06a994" providerId="ADAL" clId="{DB32C877-22A6-4E69-A430-F54433E47030}" dt="2026-02-16T05:03:37.112" v="242" actId="20577"/>
        <pc:sldMkLst>
          <pc:docMk/>
          <pc:sldMk cId="3671709465" sldId="259"/>
        </pc:sldMkLst>
        <pc:spChg chg="add mod">
          <ac:chgData name="Mengyi Xu" userId="22b87d4f-9ef1-4603-b772-33dfde06a994" providerId="ADAL" clId="{DB32C877-22A6-4E69-A430-F54433E47030}" dt="2026-02-16T05:03:37.112" v="242" actId="20577"/>
          <ac:spMkLst>
            <pc:docMk/>
            <pc:sldMk cId="3671709465" sldId="259"/>
            <ac:spMk id="6" creationId="{D873D1B9-8292-22D5-A573-6B66C70E5804}"/>
          </ac:spMkLst>
        </pc:spChg>
        <pc:picChg chg="add mod">
          <ac:chgData name="Mengyi Xu" userId="22b87d4f-9ef1-4603-b772-33dfde06a994" providerId="ADAL" clId="{DB32C877-22A6-4E69-A430-F54433E47030}" dt="2026-02-16T04:59:59.641" v="15" actId="1076"/>
          <ac:picMkLst>
            <pc:docMk/>
            <pc:sldMk cId="3671709465" sldId="259"/>
            <ac:picMk id="5" creationId="{C2A35471-10ED-349E-1910-DED5ADDF4773}"/>
          </ac:picMkLst>
        </pc:picChg>
      </pc:sldChg>
      <pc:sldChg chg="addSp delSp modSp new mod">
        <pc:chgData name="Mengyi Xu" userId="22b87d4f-9ef1-4603-b772-33dfde06a994" providerId="ADAL" clId="{DB32C877-22A6-4E69-A430-F54433E47030}" dt="2026-02-16T05:03:32.232" v="241" actId="20577"/>
        <pc:sldMkLst>
          <pc:docMk/>
          <pc:sldMk cId="3504336953" sldId="260"/>
        </pc:sldMkLst>
        <pc:spChg chg="add mod">
          <ac:chgData name="Mengyi Xu" userId="22b87d4f-9ef1-4603-b772-33dfde06a994" providerId="ADAL" clId="{DB32C877-22A6-4E69-A430-F54433E47030}" dt="2026-02-16T05:03:32.232" v="241" actId="20577"/>
          <ac:spMkLst>
            <pc:docMk/>
            <pc:sldMk cId="3504336953" sldId="260"/>
            <ac:spMk id="6" creationId="{28EDB023-0250-01FB-32E5-60198BBD9A20}"/>
          </ac:spMkLst>
        </pc:spChg>
        <pc:picChg chg="add mod">
          <ac:chgData name="Mengyi Xu" userId="22b87d4f-9ef1-4603-b772-33dfde06a994" providerId="ADAL" clId="{DB32C877-22A6-4E69-A430-F54433E47030}" dt="2026-02-16T05:00:52.481" v="21" actId="1076"/>
          <ac:picMkLst>
            <pc:docMk/>
            <pc:sldMk cId="3504336953" sldId="260"/>
            <ac:picMk id="5" creationId="{5CE5D14F-C34A-0E56-5AB9-C48778C4D306}"/>
          </ac:picMkLst>
        </pc:picChg>
      </pc:sldChg>
    </pc:docChg>
  </pc:docChgLst>
  <pc:docChgLst>
    <pc:chgData name="Mengyi Xu" userId="22b87d4f-9ef1-4603-b772-33dfde06a994" providerId="ADAL" clId="{960FE0C6-57CF-4EA3-850D-CAAE7E95047B}"/>
    <pc:docChg chg="undo custSel addSld delSld modSld">
      <pc:chgData name="Mengyi Xu" userId="22b87d4f-9ef1-4603-b772-33dfde06a994" providerId="ADAL" clId="{960FE0C6-57CF-4EA3-850D-CAAE7E95047B}" dt="2026-03-02T16:40:03.992" v="511" actId="20577"/>
      <pc:docMkLst>
        <pc:docMk/>
      </pc:docMkLst>
      <pc:sldChg chg="modSp mod">
        <pc:chgData name="Mengyi Xu" userId="22b87d4f-9ef1-4603-b772-33dfde06a994" providerId="ADAL" clId="{960FE0C6-57CF-4EA3-850D-CAAE7E95047B}" dt="2026-03-02T15:16:36.524" v="20" actId="20577"/>
        <pc:sldMkLst>
          <pc:docMk/>
          <pc:sldMk cId="2149487310" sldId="256"/>
        </pc:sldMkLst>
        <pc:spChg chg="mod">
          <ac:chgData name="Mengyi Xu" userId="22b87d4f-9ef1-4603-b772-33dfde06a994" providerId="ADAL" clId="{960FE0C6-57CF-4EA3-850D-CAAE7E95047B}" dt="2026-03-02T15:16:36.524" v="20" actId="20577"/>
          <ac:spMkLst>
            <pc:docMk/>
            <pc:sldMk cId="2149487310" sldId="256"/>
            <ac:spMk id="3" creationId="{3BC8A41C-D4EA-C9CF-9082-3B8BDC15A1BC}"/>
          </ac:spMkLst>
        </pc:spChg>
      </pc:sldChg>
      <pc:sldChg chg="modNotesTx">
        <pc:chgData name="Mengyi Xu" userId="22b87d4f-9ef1-4603-b772-33dfde06a994" providerId="ADAL" clId="{960FE0C6-57CF-4EA3-850D-CAAE7E95047B}" dt="2026-03-02T16:13:29.119" v="343" actId="20577"/>
        <pc:sldMkLst>
          <pc:docMk/>
          <pc:sldMk cId="3098464200" sldId="257"/>
        </pc:sldMkLst>
      </pc:sldChg>
      <pc:sldChg chg="addSp delSp mod modNotesTx">
        <pc:chgData name="Mengyi Xu" userId="22b87d4f-9ef1-4603-b772-33dfde06a994" providerId="ADAL" clId="{960FE0C6-57CF-4EA3-850D-CAAE7E95047B}" dt="2026-03-02T16:39:46.102" v="448" actId="20577"/>
        <pc:sldMkLst>
          <pc:docMk/>
          <pc:sldMk cId="3671709465" sldId="259"/>
        </pc:sldMkLst>
        <pc:picChg chg="add del">
          <ac:chgData name="Mengyi Xu" userId="22b87d4f-9ef1-4603-b772-33dfde06a994" providerId="ADAL" clId="{960FE0C6-57CF-4EA3-850D-CAAE7E95047B}" dt="2026-03-02T16:36:38.906" v="345" actId="478"/>
          <ac:picMkLst>
            <pc:docMk/>
            <pc:sldMk cId="3671709465" sldId="259"/>
            <ac:picMk id="5" creationId="{C2A35471-10ED-349E-1910-DED5ADDF4773}"/>
          </ac:picMkLst>
        </pc:picChg>
      </pc:sldChg>
      <pc:sldChg chg="modNotesTx">
        <pc:chgData name="Mengyi Xu" userId="22b87d4f-9ef1-4603-b772-33dfde06a994" providerId="ADAL" clId="{960FE0C6-57CF-4EA3-850D-CAAE7E95047B}" dt="2026-03-02T16:40:03.992" v="511" actId="20577"/>
        <pc:sldMkLst>
          <pc:docMk/>
          <pc:sldMk cId="3504336953" sldId="260"/>
        </pc:sldMkLst>
      </pc:sldChg>
      <pc:sldChg chg="addSp delSp modSp new del mod">
        <pc:chgData name="Mengyi Xu" userId="22b87d4f-9ef1-4603-b772-33dfde06a994" providerId="ADAL" clId="{960FE0C6-57CF-4EA3-850D-CAAE7E95047B}" dt="2026-03-02T15:52:18.731" v="249" actId="47"/>
        <pc:sldMkLst>
          <pc:docMk/>
          <pc:sldMk cId="522131507" sldId="261"/>
        </pc:sldMkLst>
        <pc:spChg chg="del">
          <ac:chgData name="Mengyi Xu" userId="22b87d4f-9ef1-4603-b772-33dfde06a994" providerId="ADAL" clId="{960FE0C6-57CF-4EA3-850D-CAAE7E95047B}" dt="2026-03-02T15:30:20.985" v="22" actId="478"/>
          <ac:spMkLst>
            <pc:docMk/>
            <pc:sldMk cId="522131507" sldId="261"/>
            <ac:spMk id="3" creationId="{F9ACBD5B-A593-D868-545E-984FF1A1A0AC}"/>
          </ac:spMkLst>
        </pc:spChg>
        <pc:spChg chg="add del mod">
          <ac:chgData name="Mengyi Xu" userId="22b87d4f-9ef1-4603-b772-33dfde06a994" providerId="ADAL" clId="{960FE0C6-57CF-4EA3-850D-CAAE7E95047B}" dt="2026-03-02T15:51:32.351" v="229" actId="21"/>
          <ac:spMkLst>
            <pc:docMk/>
            <pc:sldMk cId="522131507" sldId="261"/>
            <ac:spMk id="6" creationId="{96E49410-10A4-50BC-6C4D-4FCE704D4034}"/>
          </ac:spMkLst>
        </pc:spChg>
        <pc:spChg chg="add del mod">
          <ac:chgData name="Mengyi Xu" userId="22b87d4f-9ef1-4603-b772-33dfde06a994" providerId="ADAL" clId="{960FE0C6-57CF-4EA3-850D-CAAE7E95047B}" dt="2026-03-02T15:37:06.340" v="64" actId="478"/>
          <ac:spMkLst>
            <pc:docMk/>
            <pc:sldMk cId="522131507" sldId="261"/>
            <ac:spMk id="7" creationId="{1497F566-F429-04C6-E278-06CD9BD0E41F}"/>
          </ac:spMkLst>
        </pc:spChg>
        <pc:spChg chg="add del mod">
          <ac:chgData name="Mengyi Xu" userId="22b87d4f-9ef1-4603-b772-33dfde06a994" providerId="ADAL" clId="{960FE0C6-57CF-4EA3-850D-CAAE7E95047B}" dt="2026-03-02T15:51:55.644" v="240" actId="21"/>
          <ac:spMkLst>
            <pc:docMk/>
            <pc:sldMk cId="522131507" sldId="261"/>
            <ac:spMk id="8" creationId="{993A12EB-B634-5603-6B34-63E74BE1EACE}"/>
          </ac:spMkLst>
        </pc:spChg>
        <pc:picChg chg="add del mod modCrop">
          <ac:chgData name="Mengyi Xu" userId="22b87d4f-9ef1-4603-b772-33dfde06a994" providerId="ADAL" clId="{960FE0C6-57CF-4EA3-850D-CAAE7E95047B}" dt="2026-03-02T15:51:32.351" v="229" actId="21"/>
          <ac:picMkLst>
            <pc:docMk/>
            <pc:sldMk cId="522131507" sldId="261"/>
            <ac:picMk id="4" creationId="{24778B04-BDD3-EEF3-2AAE-857954E3D6C1}"/>
          </ac:picMkLst>
        </pc:picChg>
        <pc:picChg chg="add del mod modCrop">
          <ac:chgData name="Mengyi Xu" userId="22b87d4f-9ef1-4603-b772-33dfde06a994" providerId="ADAL" clId="{960FE0C6-57CF-4EA3-850D-CAAE7E95047B}" dt="2026-03-02T15:51:55.644" v="240" actId="21"/>
          <ac:picMkLst>
            <pc:docMk/>
            <pc:sldMk cId="522131507" sldId="261"/>
            <ac:picMk id="5" creationId="{CAE98254-4312-6727-185B-50E76B9D305D}"/>
          </ac:picMkLst>
        </pc:picChg>
      </pc:sldChg>
      <pc:sldChg chg="addSp delSp modSp new mod">
        <pc:chgData name="Mengyi Xu" userId="22b87d4f-9ef1-4603-b772-33dfde06a994" providerId="ADAL" clId="{960FE0C6-57CF-4EA3-850D-CAAE7E95047B}" dt="2026-03-02T15:39:32.390" v="211" actId="1076"/>
        <pc:sldMkLst>
          <pc:docMk/>
          <pc:sldMk cId="4089420750" sldId="262"/>
        </pc:sldMkLst>
        <pc:spChg chg="del">
          <ac:chgData name="Mengyi Xu" userId="22b87d4f-9ef1-4603-b772-33dfde06a994" providerId="ADAL" clId="{960FE0C6-57CF-4EA3-850D-CAAE7E95047B}" dt="2026-03-02T15:39:24.041" v="208" actId="478"/>
          <ac:spMkLst>
            <pc:docMk/>
            <pc:sldMk cId="4089420750" sldId="262"/>
            <ac:spMk id="3" creationId="{EFF7F3C9-3193-160F-27B4-6B064D0F1BDF}"/>
          </ac:spMkLst>
        </pc:spChg>
        <pc:picChg chg="add mod">
          <ac:chgData name="Mengyi Xu" userId="22b87d4f-9ef1-4603-b772-33dfde06a994" providerId="ADAL" clId="{960FE0C6-57CF-4EA3-850D-CAAE7E95047B}" dt="2026-03-02T15:39:32.390" v="211" actId="1076"/>
          <ac:picMkLst>
            <pc:docMk/>
            <pc:sldMk cId="4089420750" sldId="262"/>
            <ac:picMk id="1026" creationId="{5330B226-CC8A-6DD5-AD9C-61D5FFB7F4FF}"/>
          </ac:picMkLst>
        </pc:picChg>
      </pc:sldChg>
      <pc:sldChg chg="addSp delSp modSp new mod modNotesTx">
        <pc:chgData name="Mengyi Xu" userId="22b87d4f-9ef1-4603-b772-33dfde06a994" providerId="ADAL" clId="{960FE0C6-57CF-4EA3-850D-CAAE7E95047B}" dt="2026-03-02T15:45:31.374" v="220" actId="20577"/>
        <pc:sldMkLst>
          <pc:docMk/>
          <pc:sldMk cId="1346584351" sldId="263"/>
        </pc:sldMkLst>
        <pc:spChg chg="del">
          <ac:chgData name="Mengyi Xu" userId="22b87d4f-9ef1-4603-b772-33dfde06a994" providerId="ADAL" clId="{960FE0C6-57CF-4EA3-850D-CAAE7E95047B}" dt="2026-03-02T15:40:21.625" v="213" actId="478"/>
          <ac:spMkLst>
            <pc:docMk/>
            <pc:sldMk cId="1346584351" sldId="263"/>
            <ac:spMk id="3" creationId="{A2359471-E77E-8A52-95E3-92131C87FCE0}"/>
          </ac:spMkLst>
        </pc:spChg>
        <pc:picChg chg="add mod">
          <ac:chgData name="Mengyi Xu" userId="22b87d4f-9ef1-4603-b772-33dfde06a994" providerId="ADAL" clId="{960FE0C6-57CF-4EA3-850D-CAAE7E95047B}" dt="2026-03-02T15:40:29.068" v="216" actId="1076"/>
          <ac:picMkLst>
            <pc:docMk/>
            <pc:sldMk cId="1346584351" sldId="263"/>
            <ac:picMk id="4" creationId="{AFF61227-20CE-0F4D-53E4-4EE0E60DFAE6}"/>
          </ac:picMkLst>
        </pc:picChg>
      </pc:sldChg>
      <pc:sldChg chg="addSp delSp modSp new mod">
        <pc:chgData name="Mengyi Xu" userId="22b87d4f-9ef1-4603-b772-33dfde06a994" providerId="ADAL" clId="{960FE0C6-57CF-4EA3-850D-CAAE7E95047B}" dt="2026-03-02T15:57:23.689" v="267" actId="14100"/>
        <pc:sldMkLst>
          <pc:docMk/>
          <pc:sldMk cId="140896304" sldId="264"/>
        </pc:sldMkLst>
        <pc:spChg chg="del">
          <ac:chgData name="Mengyi Xu" userId="22b87d4f-9ef1-4603-b772-33dfde06a994" providerId="ADAL" clId="{960FE0C6-57CF-4EA3-850D-CAAE7E95047B}" dt="2026-03-02T15:51:02.824" v="225" actId="478"/>
          <ac:spMkLst>
            <pc:docMk/>
            <pc:sldMk cId="140896304" sldId="264"/>
            <ac:spMk id="3" creationId="{FE91D8EF-D9E0-3C15-E97F-25D379D7E1CB}"/>
          </ac:spMkLst>
        </pc:spChg>
        <pc:spChg chg="add mod">
          <ac:chgData name="Mengyi Xu" userId="22b87d4f-9ef1-4603-b772-33dfde06a994" providerId="ADAL" clId="{960FE0C6-57CF-4EA3-850D-CAAE7E95047B}" dt="2026-03-02T15:52:16.486" v="248" actId="1076"/>
          <ac:spMkLst>
            <pc:docMk/>
            <pc:sldMk cId="140896304" sldId="264"/>
            <ac:spMk id="6" creationId="{96E49410-10A4-50BC-6C4D-4FCE704D4034}"/>
          </ac:spMkLst>
        </pc:spChg>
        <pc:spChg chg="add mod">
          <ac:chgData name="Mengyi Xu" userId="22b87d4f-9ef1-4603-b772-33dfde06a994" providerId="ADAL" clId="{960FE0C6-57CF-4EA3-850D-CAAE7E95047B}" dt="2026-03-02T15:52:16.486" v="248" actId="1076"/>
          <ac:spMkLst>
            <pc:docMk/>
            <pc:sldMk cId="140896304" sldId="264"/>
            <ac:spMk id="8" creationId="{993A12EB-B634-5603-6B34-63E74BE1EACE}"/>
          </ac:spMkLst>
        </pc:spChg>
        <pc:spChg chg="add mod">
          <ac:chgData name="Mengyi Xu" userId="22b87d4f-9ef1-4603-b772-33dfde06a994" providerId="ADAL" clId="{960FE0C6-57CF-4EA3-850D-CAAE7E95047B}" dt="2026-03-02T15:53:51.940" v="255" actId="1582"/>
          <ac:spMkLst>
            <pc:docMk/>
            <pc:sldMk cId="140896304" sldId="264"/>
            <ac:spMk id="9" creationId="{1725C76B-5B8A-CBFF-C1F8-57A87E99BE2F}"/>
          </ac:spMkLst>
        </pc:spChg>
        <pc:picChg chg="add mod">
          <ac:chgData name="Mengyi Xu" userId="22b87d4f-9ef1-4603-b772-33dfde06a994" providerId="ADAL" clId="{960FE0C6-57CF-4EA3-850D-CAAE7E95047B}" dt="2026-03-02T15:53:15.545" v="251" actId="1076"/>
          <ac:picMkLst>
            <pc:docMk/>
            <pc:sldMk cId="140896304" sldId="264"/>
            <ac:picMk id="4" creationId="{C815FE92-8F83-ADE2-02EA-CC5D32C7A9A0}"/>
          </ac:picMkLst>
        </pc:picChg>
        <pc:picChg chg="add mod">
          <ac:chgData name="Mengyi Xu" userId="22b87d4f-9ef1-4603-b772-33dfde06a994" providerId="ADAL" clId="{960FE0C6-57CF-4EA3-850D-CAAE7E95047B}" dt="2026-03-02T15:52:16.486" v="248" actId="1076"/>
          <ac:picMkLst>
            <pc:docMk/>
            <pc:sldMk cId="140896304" sldId="264"/>
            <ac:picMk id="5" creationId="{24778B04-BDD3-EEF3-2AAE-857954E3D6C1}"/>
          </ac:picMkLst>
        </pc:picChg>
        <pc:picChg chg="add mod">
          <ac:chgData name="Mengyi Xu" userId="22b87d4f-9ef1-4603-b772-33dfde06a994" providerId="ADAL" clId="{960FE0C6-57CF-4EA3-850D-CAAE7E95047B}" dt="2026-03-02T15:52:16.486" v="248" actId="1076"/>
          <ac:picMkLst>
            <pc:docMk/>
            <pc:sldMk cId="140896304" sldId="264"/>
            <ac:picMk id="7" creationId="{CAE98254-4312-6727-185B-50E76B9D305D}"/>
          </ac:picMkLst>
        </pc:picChg>
        <pc:cxnChg chg="add del mod">
          <ac:chgData name="Mengyi Xu" userId="22b87d4f-9ef1-4603-b772-33dfde06a994" providerId="ADAL" clId="{960FE0C6-57CF-4EA3-850D-CAAE7E95047B}" dt="2026-03-02T15:54:49.971" v="261" actId="478"/>
          <ac:cxnSpMkLst>
            <pc:docMk/>
            <pc:sldMk cId="140896304" sldId="264"/>
            <ac:cxnSpMk id="11" creationId="{7AF09A4A-A7F8-BA06-560F-7CFB67C324E6}"/>
          </ac:cxnSpMkLst>
        </pc:cxnChg>
        <pc:cxnChg chg="add mod">
          <ac:chgData name="Mengyi Xu" userId="22b87d4f-9ef1-4603-b772-33dfde06a994" providerId="ADAL" clId="{960FE0C6-57CF-4EA3-850D-CAAE7E95047B}" dt="2026-03-02T15:57:23.689" v="267" actId="14100"/>
          <ac:cxnSpMkLst>
            <pc:docMk/>
            <pc:sldMk cId="140896304" sldId="264"/>
            <ac:cxnSpMk id="13" creationId="{CB360A81-42D5-6E03-ED66-5952EA497D3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1AD10-EF72-4A34-841B-5B6708E6A358}" type="datetimeFigureOut">
              <a:rPr lang="en-CA" smtClean="0"/>
              <a:t>2026-03-02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DFF054-FCE2-473C-BAB8-AEC2ACD15967}" type="slidenum">
              <a:rPr lang="en-CA" smtClean="0"/>
              <a:t>‹#›</a:t>
            </a:fld>
            <a:endParaRPr lang="en-CA"/>
          </a:p>
        </p:txBody>
      </p:sp>
    </p:spTree>
    <p:extLst>
      <p:ext uri="{BB962C8B-B14F-4D97-AF65-F5344CB8AC3E}">
        <p14:creationId xmlns:p14="http://schemas.microsoft.com/office/powerpoint/2010/main" val="3175966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https://www.brainfacts.org/thinking-sensing-and-behaving/touch/2021/the-neurons-responsible-for-making-a-touch-feel-pleasant-111021</a:t>
            </a:r>
          </a:p>
        </p:txBody>
      </p:sp>
      <p:sp>
        <p:nvSpPr>
          <p:cNvPr id="4" name="Slide Number Placeholder 3"/>
          <p:cNvSpPr>
            <a:spLocks noGrp="1"/>
          </p:cNvSpPr>
          <p:nvPr>
            <p:ph type="sldNum" sz="quarter" idx="5"/>
          </p:nvPr>
        </p:nvSpPr>
        <p:spPr/>
        <p:txBody>
          <a:bodyPr/>
          <a:lstStyle/>
          <a:p>
            <a:fld id="{D5DFF054-FCE2-473C-BAB8-AEC2ACD15967}" type="slidenum">
              <a:rPr lang="en-CA" smtClean="0"/>
              <a:t>2</a:t>
            </a:fld>
            <a:endParaRPr lang="en-CA"/>
          </a:p>
        </p:txBody>
      </p:sp>
    </p:spTree>
    <p:extLst>
      <p:ext uri="{BB962C8B-B14F-4D97-AF65-F5344CB8AC3E}">
        <p14:creationId xmlns:p14="http://schemas.microsoft.com/office/powerpoint/2010/main" val="178662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https://www.simplypsychedu.com/community/public/posts/492101-an-introduction-to-pain</a:t>
            </a:r>
          </a:p>
        </p:txBody>
      </p:sp>
      <p:sp>
        <p:nvSpPr>
          <p:cNvPr id="4" name="Slide Number Placeholder 3"/>
          <p:cNvSpPr>
            <a:spLocks noGrp="1"/>
          </p:cNvSpPr>
          <p:nvPr>
            <p:ph type="sldNum" sz="quarter" idx="5"/>
          </p:nvPr>
        </p:nvSpPr>
        <p:spPr/>
        <p:txBody>
          <a:bodyPr/>
          <a:lstStyle/>
          <a:p>
            <a:fld id="{D5DFF054-FCE2-473C-BAB8-AEC2ACD15967}" type="slidenum">
              <a:rPr lang="en-CA" smtClean="0"/>
              <a:t>3</a:t>
            </a:fld>
            <a:endParaRPr lang="en-CA"/>
          </a:p>
        </p:txBody>
      </p:sp>
    </p:spTree>
    <p:extLst>
      <p:ext uri="{BB962C8B-B14F-4D97-AF65-F5344CB8AC3E}">
        <p14:creationId xmlns:p14="http://schemas.microsoft.com/office/powerpoint/2010/main" val="443033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A-beta fibers, which are mechanoreceptors, do the opposite of C-fibers. A-beta fibers (yellow neuron in the diagram below) synapse on inhibitory interneurons (red neuron in the diagram below) and stimulate them. By stimulating the inhibitory interneurons, the pain signal is reduced. </a:t>
            </a:r>
          </a:p>
          <a:p>
            <a:endParaRPr lang="en-US" sz="1200" b="0" i="0" kern="1200" dirty="0">
              <a:solidFill>
                <a:schemeClr val="tx1"/>
              </a:solidFill>
              <a:effectLst/>
              <a:latin typeface="+mn-lt"/>
              <a:ea typeface="+mn-ea"/>
              <a:cs typeface="+mn-cs"/>
            </a:endParaRPr>
          </a:p>
          <a:p>
            <a:r>
              <a:rPr lang="en-CA" dirty="0"/>
              <a:t>https://www.simplypsychedu.com/community/public/posts/492101-an-introduction-to-pain</a:t>
            </a:r>
          </a:p>
        </p:txBody>
      </p:sp>
      <p:sp>
        <p:nvSpPr>
          <p:cNvPr id="4" name="Slide Number Placeholder 3"/>
          <p:cNvSpPr>
            <a:spLocks noGrp="1"/>
          </p:cNvSpPr>
          <p:nvPr>
            <p:ph type="sldNum" sz="quarter" idx="5"/>
          </p:nvPr>
        </p:nvSpPr>
        <p:spPr/>
        <p:txBody>
          <a:bodyPr/>
          <a:lstStyle/>
          <a:p>
            <a:fld id="{D5DFF054-FCE2-473C-BAB8-AEC2ACD15967}" type="slidenum">
              <a:rPr lang="en-CA" smtClean="0"/>
              <a:t>4</a:t>
            </a:fld>
            <a:endParaRPr lang="en-CA"/>
          </a:p>
        </p:txBody>
      </p:sp>
    </p:spTree>
    <p:extLst>
      <p:ext uri="{BB962C8B-B14F-4D97-AF65-F5344CB8AC3E}">
        <p14:creationId xmlns:p14="http://schemas.microsoft.com/office/powerpoint/2010/main" val="3471627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touch: current output to be 0.4 </a:t>
            </a:r>
            <a:r>
              <a:rPr lang="en-US" dirty="0" err="1"/>
              <a:t>nA</a:t>
            </a:r>
            <a:endParaRPr lang="en-US" dirty="0"/>
          </a:p>
          <a:p>
            <a:r>
              <a:rPr lang="en-US" dirty="0"/>
              <a:t>For pain: current output to be 0.6 </a:t>
            </a:r>
            <a:r>
              <a:rPr lang="en-US" dirty="0" err="1"/>
              <a:t>nA</a:t>
            </a:r>
            <a:endParaRPr lang="en-CA" dirty="0"/>
          </a:p>
        </p:txBody>
      </p:sp>
      <p:sp>
        <p:nvSpPr>
          <p:cNvPr id="4" name="Slide Number Placeholder 3"/>
          <p:cNvSpPr>
            <a:spLocks noGrp="1"/>
          </p:cNvSpPr>
          <p:nvPr>
            <p:ph type="sldNum" sz="quarter" idx="5"/>
          </p:nvPr>
        </p:nvSpPr>
        <p:spPr/>
        <p:txBody>
          <a:bodyPr/>
          <a:lstStyle/>
          <a:p>
            <a:fld id="{D5DFF054-FCE2-473C-BAB8-AEC2ACD15967}" type="slidenum">
              <a:rPr lang="en-CA" smtClean="0"/>
              <a:t>5</a:t>
            </a:fld>
            <a:endParaRPr lang="en-CA"/>
          </a:p>
        </p:txBody>
      </p:sp>
    </p:spTree>
    <p:extLst>
      <p:ext uri="{BB962C8B-B14F-4D97-AF65-F5344CB8AC3E}">
        <p14:creationId xmlns:p14="http://schemas.microsoft.com/office/powerpoint/2010/main" val="21190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pain sensing neuron threshold below -70, around -72</a:t>
            </a:r>
            <a:endParaRPr lang="en-CA" dirty="0"/>
          </a:p>
        </p:txBody>
      </p:sp>
      <p:sp>
        <p:nvSpPr>
          <p:cNvPr id="4" name="Slide Number Placeholder 3"/>
          <p:cNvSpPr>
            <a:spLocks noGrp="1"/>
          </p:cNvSpPr>
          <p:nvPr>
            <p:ph type="sldNum" sz="quarter" idx="5"/>
          </p:nvPr>
        </p:nvSpPr>
        <p:spPr/>
        <p:txBody>
          <a:bodyPr/>
          <a:lstStyle/>
          <a:p>
            <a:fld id="{D5DFF054-FCE2-473C-BAB8-AEC2ACD15967}" type="slidenum">
              <a:rPr lang="en-CA" smtClean="0"/>
              <a:t>7</a:t>
            </a:fld>
            <a:endParaRPr lang="en-CA"/>
          </a:p>
        </p:txBody>
      </p:sp>
    </p:spTree>
    <p:extLst>
      <p:ext uri="{BB962C8B-B14F-4D97-AF65-F5344CB8AC3E}">
        <p14:creationId xmlns:p14="http://schemas.microsoft.com/office/powerpoint/2010/main" val="3420607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maximum current to be 5 </a:t>
            </a:r>
            <a:r>
              <a:rPr lang="en-US" dirty="0" err="1"/>
              <a:t>nA</a:t>
            </a:r>
            <a:r>
              <a:rPr lang="en-US" dirty="0"/>
              <a:t> and time constant to be 6 </a:t>
            </a:r>
            <a:r>
              <a:rPr lang="en-US" dirty="0" err="1"/>
              <a:t>ms</a:t>
            </a:r>
            <a:endParaRPr lang="en-CA" dirty="0"/>
          </a:p>
        </p:txBody>
      </p:sp>
      <p:sp>
        <p:nvSpPr>
          <p:cNvPr id="4" name="Slide Number Placeholder 3"/>
          <p:cNvSpPr>
            <a:spLocks noGrp="1"/>
          </p:cNvSpPr>
          <p:nvPr>
            <p:ph type="sldNum" sz="quarter" idx="5"/>
          </p:nvPr>
        </p:nvSpPr>
        <p:spPr/>
        <p:txBody>
          <a:bodyPr/>
          <a:lstStyle/>
          <a:p>
            <a:fld id="{D5DFF054-FCE2-473C-BAB8-AEC2ACD15967}" type="slidenum">
              <a:rPr lang="en-CA" smtClean="0"/>
              <a:t>8</a:t>
            </a:fld>
            <a:endParaRPr lang="en-CA"/>
          </a:p>
        </p:txBody>
      </p:sp>
    </p:spTree>
    <p:extLst>
      <p:ext uri="{BB962C8B-B14F-4D97-AF65-F5344CB8AC3E}">
        <p14:creationId xmlns:p14="http://schemas.microsoft.com/office/powerpoint/2010/main" val="1159716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E2A34-3691-0AE7-B8D7-FD5E3180D2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D59F096B-7CFE-E385-B40A-E1EEA163A5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C9FB060D-4E4E-C36B-A026-309E0556DC11}"/>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844D841D-1F3A-3EEB-A561-C31A5981B36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A35E9AD-5363-8C8C-5219-16032AF8A66D}"/>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1227829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73B87-0727-5B4A-F50B-45D371909BC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9FF4D50-6390-5F50-115F-1812C522F0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61A54BC-5D42-227A-82B0-6CBA8EF1E1E6}"/>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74A49E38-454B-E769-F297-9FB3DB6F5F8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32776B8-7CF3-19E1-C0EB-08111DDEDFCE}"/>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31645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8E0FC-6BDD-6BE3-F1D6-B10651F898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B2C6D750-5A87-CBBE-58D4-3B795D3569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2476B6-AFCC-C788-66BD-9742EBBFA146}"/>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EBA2291A-34B5-D1CB-BCC7-85E2737D9DC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BAE1970-7CDF-7D19-4F17-8D6690A40EA1}"/>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481820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60F54-D0F4-44DA-B7B3-80FB476129E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D93B6C0-C8EF-F91D-9400-CD9A0BD60F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DE436B21-F20B-CF64-324C-294C82B040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2E445F39-6157-01ED-28CD-7F3063034948}"/>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6" name="Footer Placeholder 5">
            <a:extLst>
              <a:ext uri="{FF2B5EF4-FFF2-40B4-BE49-F238E27FC236}">
                <a16:creationId xmlns:a16="http://schemas.microsoft.com/office/drawing/2014/main" id="{98F9B5A7-A246-12ED-7AA5-BD204B59BF4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7552D84-B4D4-2CFC-2AD2-8D0E550741F7}"/>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2272499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250A7-7ABF-3A90-E886-A195747DA67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F5B404C-81FD-29C6-001F-B7F64AB963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C2252C-9752-C639-B461-102C02B0C0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467BB55-8B32-564E-2BCE-C104A96C44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AD8028-DEF8-383D-4733-A9CB809348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B2811F2-3C35-5A5D-E9F1-C21A63918FAD}"/>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8" name="Footer Placeholder 7">
            <a:extLst>
              <a:ext uri="{FF2B5EF4-FFF2-40B4-BE49-F238E27FC236}">
                <a16:creationId xmlns:a16="http://schemas.microsoft.com/office/drawing/2014/main" id="{05C3465F-9A44-00C2-4376-9A750143A69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42B880EE-E971-D487-5866-9407F85FC649}"/>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1015040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FD947-FAF3-C7DD-FAAA-97C25187BA5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FC2A745-8C2B-60FF-09A5-0A97E467EA8E}"/>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4" name="Footer Placeholder 3">
            <a:extLst>
              <a:ext uri="{FF2B5EF4-FFF2-40B4-BE49-F238E27FC236}">
                <a16:creationId xmlns:a16="http://schemas.microsoft.com/office/drawing/2014/main" id="{5A66A2B3-1CFB-5BFD-BAC8-F1BC4BA3FAB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D51FE78F-6487-781E-2F47-6A8E5D91979E}"/>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3276688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75ACF-8F62-413D-6007-AC218B802685}"/>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3" name="Footer Placeholder 2">
            <a:extLst>
              <a:ext uri="{FF2B5EF4-FFF2-40B4-BE49-F238E27FC236}">
                <a16:creationId xmlns:a16="http://schemas.microsoft.com/office/drawing/2014/main" id="{4C07E8D5-00BC-253D-FE40-4FB2A73C915A}"/>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F4909B1-0076-590F-8F80-F0E55ADA7421}"/>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2585911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46F5E-D7B7-405C-2A01-A29518A107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A2A95281-7226-AC74-6F1D-BD4D4162CA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A4279480-8A55-1D75-A7A0-858CB9C685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4C01DB-63B8-E233-2D0B-4010E785B27A}"/>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6" name="Footer Placeholder 5">
            <a:extLst>
              <a:ext uri="{FF2B5EF4-FFF2-40B4-BE49-F238E27FC236}">
                <a16:creationId xmlns:a16="http://schemas.microsoft.com/office/drawing/2014/main" id="{5E5C3941-31F3-29F1-4DAD-829D356FF75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D336901-CF2C-E07A-F399-660A1AC6811B}"/>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600161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E4D62-74D1-910D-CF8D-9C62A536D8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D69026D-F7F8-153D-2ADA-D44CA74EE5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44DD6914-F4F5-3F01-A073-C9F32E342C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12DAA-A772-CF9B-0D04-7CDB7685C864}"/>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6" name="Footer Placeholder 5">
            <a:extLst>
              <a:ext uri="{FF2B5EF4-FFF2-40B4-BE49-F238E27FC236}">
                <a16:creationId xmlns:a16="http://schemas.microsoft.com/office/drawing/2014/main" id="{7A361973-7949-F873-5900-0CDF9788DB3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0BAC89E-94ED-BC53-332D-858212CB9B24}"/>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1520073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D2658-B48C-2A39-B067-A8973AFA3EBB}"/>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C1C231E-B8DF-8BEE-8B49-3D32F6CB71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8CA7202-0FE5-69AE-8107-63F54846E097}"/>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B7582D72-1943-8D67-1169-AA87BF0687F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1E3D6CD-0D95-96CB-8773-78A446DE0F18}"/>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665293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57E876-A7EB-D321-5223-A21D9F5212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DC4EC05-9E73-B7FE-5D89-C07C8C9AA6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D20E67A-F2C0-3323-BD24-C4E64C82E70D}"/>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4FEA8357-A009-ACC4-6FF0-D53CDC5BBC2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68A8B86-86E2-D0EF-4F14-51554FBCB2D2}"/>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2750914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1C1EF9-534A-EA69-8B62-F7C62A82DA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2E45120-2F0B-4A52-D639-6FA9EBC435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A55095F-A751-EAED-BDDC-E722332DB1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4313AFE3-A84C-45B3-66B3-534670C2AF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E49185D1-795A-1D92-9637-201E9F7E65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3B2373-F84C-41FA-9105-5DE19F101EFA}" type="slidenum">
              <a:rPr lang="en-CA" smtClean="0"/>
              <a:t>‹#›</a:t>
            </a:fld>
            <a:endParaRPr lang="en-CA"/>
          </a:p>
        </p:txBody>
      </p:sp>
    </p:spTree>
    <p:extLst>
      <p:ext uri="{BB962C8B-B14F-4D97-AF65-F5344CB8AC3E}">
        <p14:creationId xmlns:p14="http://schemas.microsoft.com/office/powerpoint/2010/main" val="1817637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497F0-1797-347C-37B6-D524A4280EB1}"/>
              </a:ext>
            </a:extLst>
          </p:cNvPr>
          <p:cNvSpPr>
            <a:spLocks noGrp="1"/>
          </p:cNvSpPr>
          <p:nvPr>
            <p:ph type="ctrTitle"/>
          </p:nvPr>
        </p:nvSpPr>
        <p:spPr/>
        <p:txBody>
          <a:bodyPr/>
          <a:lstStyle/>
          <a:p>
            <a:r>
              <a:rPr lang="en-US" dirty="0" err="1"/>
              <a:t>Neuronify</a:t>
            </a:r>
            <a:endParaRPr lang="en-CA" dirty="0"/>
          </a:p>
        </p:txBody>
      </p:sp>
      <p:sp>
        <p:nvSpPr>
          <p:cNvPr id="3" name="Subtitle 2">
            <a:extLst>
              <a:ext uri="{FF2B5EF4-FFF2-40B4-BE49-F238E27FC236}">
                <a16:creationId xmlns:a16="http://schemas.microsoft.com/office/drawing/2014/main" id="{3BC8A41C-D4EA-C9CF-9082-3B8BDC15A1BC}"/>
              </a:ext>
            </a:extLst>
          </p:cNvPr>
          <p:cNvSpPr>
            <a:spLocks noGrp="1"/>
          </p:cNvSpPr>
          <p:nvPr>
            <p:ph type="subTitle" idx="1"/>
          </p:nvPr>
        </p:nvSpPr>
        <p:spPr/>
        <p:txBody>
          <a:bodyPr/>
          <a:lstStyle/>
          <a:p>
            <a:r>
              <a:rPr lang="en-US" dirty="0"/>
              <a:t>Mengyi Xu &amp; </a:t>
            </a:r>
            <a:r>
              <a:rPr lang="en-US" dirty="0" err="1"/>
              <a:t>Haoyi</a:t>
            </a:r>
            <a:r>
              <a:rPr lang="en-US" dirty="0"/>
              <a:t> Qiu</a:t>
            </a:r>
            <a:endParaRPr lang="en-CA" dirty="0"/>
          </a:p>
        </p:txBody>
      </p:sp>
    </p:spTree>
    <p:extLst>
      <p:ext uri="{BB962C8B-B14F-4D97-AF65-F5344CB8AC3E}">
        <p14:creationId xmlns:p14="http://schemas.microsoft.com/office/powerpoint/2010/main" val="2149487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2ADA9-9F81-E210-E2CC-5E178F2120C7}"/>
              </a:ext>
            </a:extLst>
          </p:cNvPr>
          <p:cNvSpPr>
            <a:spLocks noGrp="1"/>
          </p:cNvSpPr>
          <p:nvPr>
            <p:ph type="title"/>
          </p:nvPr>
        </p:nvSpPr>
        <p:spPr/>
        <p:txBody>
          <a:bodyPr/>
          <a:lstStyle/>
          <a:p>
            <a:endParaRPr lang="en-CA"/>
          </a:p>
        </p:txBody>
      </p:sp>
      <p:pic>
        <p:nvPicPr>
          <p:cNvPr id="4" name="Picture 3">
            <a:extLst>
              <a:ext uri="{FF2B5EF4-FFF2-40B4-BE49-F238E27FC236}">
                <a16:creationId xmlns:a16="http://schemas.microsoft.com/office/drawing/2014/main" id="{C815FE92-8F83-ADE2-02EA-CC5D32C7A9A0}"/>
              </a:ext>
            </a:extLst>
          </p:cNvPr>
          <p:cNvPicPr>
            <a:picLocks noChangeAspect="1"/>
          </p:cNvPicPr>
          <p:nvPr/>
        </p:nvPicPr>
        <p:blipFill>
          <a:blip r:embed="rId3"/>
          <a:stretch>
            <a:fillRect/>
          </a:stretch>
        </p:blipFill>
        <p:spPr>
          <a:xfrm>
            <a:off x="815068" y="1861456"/>
            <a:ext cx="4661211" cy="4425043"/>
          </a:xfrm>
          <a:prstGeom prst="rect">
            <a:avLst/>
          </a:prstGeom>
        </p:spPr>
      </p:pic>
      <p:pic>
        <p:nvPicPr>
          <p:cNvPr id="5" name="Picture 4">
            <a:extLst>
              <a:ext uri="{FF2B5EF4-FFF2-40B4-BE49-F238E27FC236}">
                <a16:creationId xmlns:a16="http://schemas.microsoft.com/office/drawing/2014/main" id="{24778B04-BDD3-EEF3-2AAE-857954E3D6C1}"/>
              </a:ext>
            </a:extLst>
          </p:cNvPr>
          <p:cNvPicPr>
            <a:picLocks noChangeAspect="1"/>
          </p:cNvPicPr>
          <p:nvPr/>
        </p:nvPicPr>
        <p:blipFill>
          <a:blip r:embed="rId4"/>
          <a:srcRect l="35811" t="16217" r="5743" b="17118"/>
          <a:stretch>
            <a:fillRect/>
          </a:stretch>
        </p:blipFill>
        <p:spPr>
          <a:xfrm>
            <a:off x="6688975" y="1862209"/>
            <a:ext cx="3320590" cy="2130552"/>
          </a:xfrm>
          <a:prstGeom prst="rect">
            <a:avLst/>
          </a:prstGeom>
        </p:spPr>
      </p:pic>
      <p:sp>
        <p:nvSpPr>
          <p:cNvPr id="6" name="TextBox 5">
            <a:extLst>
              <a:ext uri="{FF2B5EF4-FFF2-40B4-BE49-F238E27FC236}">
                <a16:creationId xmlns:a16="http://schemas.microsoft.com/office/drawing/2014/main" id="{96E49410-10A4-50BC-6C4D-4FCE704D4034}"/>
              </a:ext>
            </a:extLst>
          </p:cNvPr>
          <p:cNvSpPr txBox="1"/>
          <p:nvPr/>
        </p:nvSpPr>
        <p:spPr>
          <a:xfrm>
            <a:off x="6865680" y="1913154"/>
            <a:ext cx="1257780" cy="646331"/>
          </a:xfrm>
          <a:prstGeom prst="rect">
            <a:avLst/>
          </a:prstGeom>
          <a:noFill/>
        </p:spPr>
        <p:txBody>
          <a:bodyPr wrap="none" rtlCol="0">
            <a:spAutoFit/>
          </a:bodyPr>
          <a:lstStyle/>
          <a:p>
            <a:pPr algn="ctr"/>
            <a:r>
              <a:rPr lang="en-US" dirty="0"/>
              <a:t>A</a:t>
            </a:r>
            <a:r>
              <a:rPr lang="el-GR" dirty="0"/>
              <a:t>β</a:t>
            </a:r>
            <a:r>
              <a:rPr lang="en-US" dirty="0"/>
              <a:t> – Fibers</a:t>
            </a:r>
          </a:p>
          <a:p>
            <a:pPr algn="ctr"/>
            <a:r>
              <a:rPr lang="en-US" dirty="0"/>
              <a:t>Touch</a:t>
            </a:r>
            <a:endParaRPr lang="en-CA" dirty="0"/>
          </a:p>
        </p:txBody>
      </p:sp>
      <p:pic>
        <p:nvPicPr>
          <p:cNvPr id="7" name="Picture 6">
            <a:extLst>
              <a:ext uri="{FF2B5EF4-FFF2-40B4-BE49-F238E27FC236}">
                <a16:creationId xmlns:a16="http://schemas.microsoft.com/office/drawing/2014/main" id="{CAE98254-4312-6727-185B-50E76B9D305D}"/>
              </a:ext>
            </a:extLst>
          </p:cNvPr>
          <p:cNvPicPr>
            <a:picLocks noChangeAspect="1"/>
          </p:cNvPicPr>
          <p:nvPr/>
        </p:nvPicPr>
        <p:blipFill>
          <a:blip r:embed="rId5"/>
          <a:srcRect l="46902" t="20381" r="34332" b="56420"/>
          <a:stretch>
            <a:fillRect/>
          </a:stretch>
        </p:blipFill>
        <p:spPr>
          <a:xfrm>
            <a:off x="6727370" y="4122280"/>
            <a:ext cx="3292383" cy="2289405"/>
          </a:xfrm>
          <a:prstGeom prst="rect">
            <a:avLst/>
          </a:prstGeom>
        </p:spPr>
      </p:pic>
      <p:sp>
        <p:nvSpPr>
          <p:cNvPr id="8" name="TextBox 7">
            <a:extLst>
              <a:ext uri="{FF2B5EF4-FFF2-40B4-BE49-F238E27FC236}">
                <a16:creationId xmlns:a16="http://schemas.microsoft.com/office/drawing/2014/main" id="{993A12EB-B634-5603-6B34-63E74BE1EACE}"/>
              </a:ext>
            </a:extLst>
          </p:cNvPr>
          <p:cNvSpPr txBox="1"/>
          <p:nvPr/>
        </p:nvSpPr>
        <p:spPr>
          <a:xfrm>
            <a:off x="6879335" y="4206242"/>
            <a:ext cx="1155188" cy="646331"/>
          </a:xfrm>
          <a:prstGeom prst="rect">
            <a:avLst/>
          </a:prstGeom>
          <a:noFill/>
        </p:spPr>
        <p:txBody>
          <a:bodyPr wrap="none" rtlCol="0">
            <a:spAutoFit/>
          </a:bodyPr>
          <a:lstStyle/>
          <a:p>
            <a:pPr algn="ctr"/>
            <a:r>
              <a:rPr lang="en-US" dirty="0"/>
              <a:t>C – Fibers</a:t>
            </a:r>
          </a:p>
          <a:p>
            <a:pPr algn="ctr"/>
            <a:r>
              <a:rPr lang="en-US" dirty="0"/>
              <a:t>Pain</a:t>
            </a:r>
            <a:endParaRPr lang="en-CA" dirty="0"/>
          </a:p>
        </p:txBody>
      </p:sp>
      <p:sp>
        <p:nvSpPr>
          <p:cNvPr id="9" name="Oval 8">
            <a:extLst>
              <a:ext uri="{FF2B5EF4-FFF2-40B4-BE49-F238E27FC236}">
                <a16:creationId xmlns:a16="http://schemas.microsoft.com/office/drawing/2014/main" id="{1725C76B-5B8A-CBFF-C1F8-57A87E99BE2F}"/>
              </a:ext>
            </a:extLst>
          </p:cNvPr>
          <p:cNvSpPr/>
          <p:nvPr/>
        </p:nvSpPr>
        <p:spPr>
          <a:xfrm>
            <a:off x="5627914" y="1393371"/>
            <a:ext cx="5595257" cy="5464629"/>
          </a:xfrm>
          <a:prstGeom prst="ellipse">
            <a:avLst/>
          </a:prstGeom>
          <a:noFill/>
          <a:ln w="571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3" name="Straight Arrow Connector 12">
            <a:extLst>
              <a:ext uri="{FF2B5EF4-FFF2-40B4-BE49-F238E27FC236}">
                <a16:creationId xmlns:a16="http://schemas.microsoft.com/office/drawing/2014/main" id="{CB360A81-42D5-6E03-ED66-5952EA497D3D}"/>
              </a:ext>
            </a:extLst>
          </p:cNvPr>
          <p:cNvCxnSpPr>
            <a:cxnSpLocks/>
          </p:cNvCxnSpPr>
          <p:nvPr/>
        </p:nvCxnSpPr>
        <p:spPr>
          <a:xfrm flipV="1">
            <a:off x="3483429" y="3483429"/>
            <a:ext cx="2177142" cy="95794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896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29D82-B254-7722-F7C6-AE9F3D4DCB2A}"/>
              </a:ext>
            </a:extLst>
          </p:cNvPr>
          <p:cNvSpPr>
            <a:spLocks noGrp="1"/>
          </p:cNvSpPr>
          <p:nvPr>
            <p:ph type="title"/>
          </p:nvPr>
        </p:nvSpPr>
        <p:spPr/>
        <p:txBody>
          <a:bodyPr/>
          <a:lstStyle/>
          <a:p>
            <a:endParaRPr lang="en-CA"/>
          </a:p>
        </p:txBody>
      </p:sp>
      <p:pic>
        <p:nvPicPr>
          <p:cNvPr id="1026" name="Picture 2">
            <a:extLst>
              <a:ext uri="{FF2B5EF4-FFF2-40B4-BE49-F238E27FC236}">
                <a16:creationId xmlns:a16="http://schemas.microsoft.com/office/drawing/2014/main" id="{5330B226-CC8A-6DD5-AD9C-61D5FFB7F4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796" y="1899920"/>
            <a:ext cx="7094220" cy="4729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9420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1AE54-10E1-9962-FB46-EFBA321D215C}"/>
              </a:ext>
            </a:extLst>
          </p:cNvPr>
          <p:cNvSpPr>
            <a:spLocks noGrp="1"/>
          </p:cNvSpPr>
          <p:nvPr>
            <p:ph type="title"/>
          </p:nvPr>
        </p:nvSpPr>
        <p:spPr/>
        <p:txBody>
          <a:bodyPr/>
          <a:lstStyle/>
          <a:p>
            <a:endParaRPr lang="en-CA"/>
          </a:p>
        </p:txBody>
      </p:sp>
      <p:pic>
        <p:nvPicPr>
          <p:cNvPr id="4" name="Picture 3">
            <a:extLst>
              <a:ext uri="{FF2B5EF4-FFF2-40B4-BE49-F238E27FC236}">
                <a16:creationId xmlns:a16="http://schemas.microsoft.com/office/drawing/2014/main" id="{AFF61227-20CE-0F4D-53E4-4EE0E60DFAE6}"/>
              </a:ext>
            </a:extLst>
          </p:cNvPr>
          <p:cNvPicPr>
            <a:picLocks noChangeAspect="1"/>
          </p:cNvPicPr>
          <p:nvPr/>
        </p:nvPicPr>
        <p:blipFill>
          <a:blip r:embed="rId3"/>
          <a:stretch>
            <a:fillRect/>
          </a:stretch>
        </p:blipFill>
        <p:spPr>
          <a:xfrm>
            <a:off x="2171700" y="1817914"/>
            <a:ext cx="7560129" cy="5040086"/>
          </a:xfrm>
          <a:prstGeom prst="rect">
            <a:avLst/>
          </a:prstGeom>
        </p:spPr>
      </p:pic>
    </p:spTree>
    <p:extLst>
      <p:ext uri="{BB962C8B-B14F-4D97-AF65-F5344CB8AC3E}">
        <p14:creationId xmlns:p14="http://schemas.microsoft.com/office/powerpoint/2010/main" val="1346584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D55DB6-9321-82D8-7B42-78CB2893B0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687" y="1542910"/>
            <a:ext cx="11096625" cy="5188033"/>
          </a:xfrm>
          <a:prstGeom prst="rect">
            <a:avLst/>
          </a:prstGeom>
        </p:spPr>
      </p:pic>
      <p:sp>
        <p:nvSpPr>
          <p:cNvPr id="8" name="Title 1">
            <a:extLst>
              <a:ext uri="{FF2B5EF4-FFF2-40B4-BE49-F238E27FC236}">
                <a16:creationId xmlns:a16="http://schemas.microsoft.com/office/drawing/2014/main" id="{72999750-86A0-D703-C191-AB3FEBE82680}"/>
              </a:ext>
            </a:extLst>
          </p:cNvPr>
          <p:cNvSpPr>
            <a:spLocks noGrp="1"/>
          </p:cNvSpPr>
          <p:nvPr>
            <p:ph type="title"/>
          </p:nvPr>
        </p:nvSpPr>
        <p:spPr>
          <a:xfrm>
            <a:off x="838199" y="127057"/>
            <a:ext cx="10515600" cy="1325563"/>
          </a:xfrm>
        </p:spPr>
        <p:txBody>
          <a:bodyPr/>
          <a:lstStyle/>
          <a:p>
            <a:r>
              <a:rPr lang="en-US" dirty="0"/>
              <a:t>Low input -&gt; touch &amp; high input -&gt; pain</a:t>
            </a:r>
            <a:endParaRPr lang="en-CA" dirty="0"/>
          </a:p>
        </p:txBody>
      </p:sp>
    </p:spTree>
    <p:extLst>
      <p:ext uri="{BB962C8B-B14F-4D97-AF65-F5344CB8AC3E}">
        <p14:creationId xmlns:p14="http://schemas.microsoft.com/office/powerpoint/2010/main" val="3098464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089CB5-CC65-819A-D5E9-1A0719C8A1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008" y="1722500"/>
            <a:ext cx="10991879" cy="5046825"/>
          </a:xfrm>
          <a:prstGeom prst="rect">
            <a:avLst/>
          </a:prstGeom>
        </p:spPr>
      </p:pic>
      <p:sp>
        <p:nvSpPr>
          <p:cNvPr id="6" name="Title 1">
            <a:extLst>
              <a:ext uri="{FF2B5EF4-FFF2-40B4-BE49-F238E27FC236}">
                <a16:creationId xmlns:a16="http://schemas.microsoft.com/office/drawing/2014/main" id="{0338C292-DA98-4E97-69FF-BF435BC89E9D}"/>
              </a:ext>
            </a:extLst>
          </p:cNvPr>
          <p:cNvSpPr>
            <a:spLocks noGrp="1"/>
          </p:cNvSpPr>
          <p:nvPr>
            <p:ph type="title"/>
          </p:nvPr>
        </p:nvSpPr>
        <p:spPr>
          <a:xfrm>
            <a:off x="838199" y="127057"/>
            <a:ext cx="10515600" cy="1325563"/>
          </a:xfrm>
        </p:spPr>
        <p:txBody>
          <a:bodyPr/>
          <a:lstStyle/>
          <a:p>
            <a:r>
              <a:rPr lang="en-US" dirty="0"/>
              <a:t>Touch relief pain</a:t>
            </a:r>
            <a:endParaRPr lang="en-CA" dirty="0"/>
          </a:p>
        </p:txBody>
      </p:sp>
    </p:spTree>
    <p:extLst>
      <p:ext uri="{BB962C8B-B14F-4D97-AF65-F5344CB8AC3E}">
        <p14:creationId xmlns:p14="http://schemas.microsoft.com/office/powerpoint/2010/main" val="2928508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A35471-10ED-349E-1910-DED5ADDF47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775" y="1128696"/>
            <a:ext cx="11220450" cy="5055911"/>
          </a:xfrm>
          <a:prstGeom prst="rect">
            <a:avLst/>
          </a:prstGeom>
        </p:spPr>
      </p:pic>
      <p:sp>
        <p:nvSpPr>
          <p:cNvPr id="6" name="Title 1">
            <a:extLst>
              <a:ext uri="{FF2B5EF4-FFF2-40B4-BE49-F238E27FC236}">
                <a16:creationId xmlns:a16="http://schemas.microsoft.com/office/drawing/2014/main" id="{D873D1B9-8292-22D5-A573-6B66C70E5804}"/>
              </a:ext>
            </a:extLst>
          </p:cNvPr>
          <p:cNvSpPr>
            <a:spLocks noGrp="1"/>
          </p:cNvSpPr>
          <p:nvPr>
            <p:ph type="title"/>
          </p:nvPr>
        </p:nvSpPr>
        <p:spPr>
          <a:xfrm>
            <a:off x="838199" y="127057"/>
            <a:ext cx="10515600" cy="1325563"/>
          </a:xfrm>
        </p:spPr>
        <p:txBody>
          <a:bodyPr/>
          <a:lstStyle/>
          <a:p>
            <a:r>
              <a:rPr lang="en-US" dirty="0"/>
              <a:t>Chronic pain: pain threshold decreases</a:t>
            </a:r>
            <a:endParaRPr lang="en-CA" dirty="0"/>
          </a:p>
        </p:txBody>
      </p:sp>
    </p:spTree>
    <p:extLst>
      <p:ext uri="{BB962C8B-B14F-4D97-AF65-F5344CB8AC3E}">
        <p14:creationId xmlns:p14="http://schemas.microsoft.com/office/powerpoint/2010/main" val="3671709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E5D14F-C34A-0E56-5AB9-C48778C4D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162" y="1510309"/>
            <a:ext cx="11115675" cy="4691727"/>
          </a:xfrm>
          <a:prstGeom prst="rect">
            <a:avLst/>
          </a:prstGeom>
        </p:spPr>
      </p:pic>
      <p:sp>
        <p:nvSpPr>
          <p:cNvPr id="6" name="Title 1">
            <a:extLst>
              <a:ext uri="{FF2B5EF4-FFF2-40B4-BE49-F238E27FC236}">
                <a16:creationId xmlns:a16="http://schemas.microsoft.com/office/drawing/2014/main" id="{28EDB023-0250-01FB-32E5-60198BBD9A20}"/>
              </a:ext>
            </a:extLst>
          </p:cNvPr>
          <p:cNvSpPr>
            <a:spLocks noGrp="1"/>
          </p:cNvSpPr>
          <p:nvPr>
            <p:ph type="title"/>
          </p:nvPr>
        </p:nvSpPr>
        <p:spPr>
          <a:xfrm>
            <a:off x="838199" y="127057"/>
            <a:ext cx="10515600" cy="1325563"/>
          </a:xfrm>
        </p:spPr>
        <p:txBody>
          <a:bodyPr/>
          <a:lstStyle/>
          <a:p>
            <a:r>
              <a:rPr lang="en-US" dirty="0"/>
              <a:t>Chronic pain: touch evokes pain</a:t>
            </a:r>
            <a:endParaRPr lang="en-CA" dirty="0"/>
          </a:p>
        </p:txBody>
      </p:sp>
    </p:spTree>
    <p:extLst>
      <p:ext uri="{BB962C8B-B14F-4D97-AF65-F5344CB8AC3E}">
        <p14:creationId xmlns:p14="http://schemas.microsoft.com/office/powerpoint/2010/main" val="3504336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30fda85-f4b0-4700-8416-741e0531472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00EB484D340114EBA8EB2629E4692C6" ma:contentTypeVersion="17" ma:contentTypeDescription="Create a new document." ma:contentTypeScope="" ma:versionID="f2acec87b00981f20cb2346e1a845612">
  <xsd:schema xmlns:xsd="http://www.w3.org/2001/XMLSchema" xmlns:xs="http://www.w3.org/2001/XMLSchema" xmlns:p="http://schemas.microsoft.com/office/2006/metadata/properties" xmlns:ns3="830fda85-f4b0-4700-8416-741e05314721" xmlns:ns4="b0ad532f-a9f6-4653-a973-c0c9c872f875" targetNamespace="http://schemas.microsoft.com/office/2006/metadata/properties" ma:root="true" ma:fieldsID="36ac933679a362702daf5fa895e0dd27" ns3:_="" ns4:_="">
    <xsd:import namespace="830fda85-f4b0-4700-8416-741e05314721"/>
    <xsd:import namespace="b0ad532f-a9f6-4653-a973-c0c9c872f875"/>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ystemTags" minOccurs="0"/>
                <xsd:element ref="ns3:MediaServiceLocation"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0fda85-f4b0-4700-8416-741e053147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0ad532f-a9f6-4653-a973-c0c9c872f87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BE1524-713E-44BA-A5CD-E1B93E70488D}">
  <ds:schemaRefs>
    <ds:schemaRef ds:uri="830fda85-f4b0-4700-8416-741e05314721"/>
    <ds:schemaRef ds:uri="http://schemas.microsoft.com/office/2006/metadata/properties"/>
    <ds:schemaRef ds:uri="http://schemas.microsoft.com/office/infopath/2007/PartnerControls"/>
    <ds:schemaRef ds:uri="http://schemas.microsoft.com/office/2006/documentManagement/types"/>
    <ds:schemaRef ds:uri="http://purl.org/dc/terms/"/>
    <ds:schemaRef ds:uri="http://purl.org/dc/elements/1.1/"/>
    <ds:schemaRef ds:uri="b0ad532f-a9f6-4653-a973-c0c9c872f875"/>
    <ds:schemaRef ds:uri="http://purl.org/dc/dcmitype/"/>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6B0F3D0-3AA3-4445-B365-11E0C14CB764}">
  <ds:schemaRefs>
    <ds:schemaRef ds:uri="http://schemas.microsoft.com/sharepoint/v3/contenttype/forms"/>
  </ds:schemaRefs>
</ds:datastoreItem>
</file>

<file path=customXml/itemProps3.xml><?xml version="1.0" encoding="utf-8"?>
<ds:datastoreItem xmlns:ds="http://schemas.openxmlformats.org/officeDocument/2006/customXml" ds:itemID="{0DF57D0E-18F7-4650-9082-9DE9FD6904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0fda85-f4b0-4700-8416-741e05314721"/>
    <ds:schemaRef ds:uri="b0ad532f-a9f6-4653-a973-c0c9c872f8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91</TotalTime>
  <Words>187</Words>
  <Application>Microsoft Office PowerPoint</Application>
  <PresentationFormat>Widescreen</PresentationFormat>
  <Paragraphs>25</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Neuronify</vt:lpstr>
      <vt:lpstr>PowerPoint Presentation</vt:lpstr>
      <vt:lpstr>PowerPoint Presentation</vt:lpstr>
      <vt:lpstr>PowerPoint Presentation</vt:lpstr>
      <vt:lpstr>Low input -&gt; touch &amp; high input -&gt; pain</vt:lpstr>
      <vt:lpstr>Touch relief pain</vt:lpstr>
      <vt:lpstr>Chronic pain: pain threshold decreases</vt:lpstr>
      <vt:lpstr>Chronic pain: touch evokes pain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Mengyi Xu</dc:creator>
  <cp:lastModifiedBy>Mengyi Xu</cp:lastModifiedBy>
  <cp:revision>1</cp:revision>
  <dcterms:created xsi:type="dcterms:W3CDTF">2026-02-16T04:54:55Z</dcterms:created>
  <dcterms:modified xsi:type="dcterms:W3CDTF">2026-03-02T16:40:10Z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0x010100F00EB484D340114EBA8EB2629E4692C6</vt:lpwstr>
  </property>
</Properties>
</file>